
<file path=[Content_Types].xml><?xml version="1.0" encoding="utf-8"?>
<Types xmlns="http://schemas.openxmlformats.org/package/2006/content-types">
  <Default ContentType="application/vnd.openxmlformats-officedocument.spreadsheetml.sheet" Extension="xlsx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1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</p:sldIdLst>
  <p:sldSz cy="6858000" cx="12192000"/>
  <p:notesSz cx="6858000" cy="9144000"/>
  <p:embeddedFontLst>
    <p:embeddedFont>
      <p:font typeface="Helvetica Neue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52" roundtripDataSignature="AMtx7mjZN145Q2JE0Fu+L+w54/ZkyYLP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6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48" Type="http://schemas.openxmlformats.org/officeDocument/2006/relationships/font" Target="fonts/HelveticaNeue-regular.fntdata"/><Relationship Id="rId47" Type="http://schemas.openxmlformats.org/officeDocument/2006/relationships/slide" Target="slides/slide43.xml"/><Relationship Id="rId49" Type="http://schemas.openxmlformats.org/officeDocument/2006/relationships/font" Target="fonts/HelveticaNeue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9" Type="http://schemas.openxmlformats.org/officeDocument/2006/relationships/slide" Target="slides/slide25.xml"/><Relationship Id="rId51" Type="http://schemas.openxmlformats.org/officeDocument/2006/relationships/font" Target="fonts/HelveticaNeue-boldItalic.fntdata"/><Relationship Id="rId50" Type="http://schemas.openxmlformats.org/officeDocument/2006/relationships/font" Target="fonts/HelveticaNeue-italic.fntdata"/><Relationship Id="rId52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0000000000000001E-3"/>
          <c:y val="5.0000000000000001E-3"/>
          <c:w val="0.99"/>
          <c:h val="0.85003499999999999"/>
        </c:manualLayout>
      </c:layout>
      <c:pieChart>
        <c:varyColors val="0"/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 w="12700" cap="flat">
          <a:noFill/>
          <a:miter lim="400000"/>
        </a:ln>
        <a:effectLst/>
      </c:spPr>
    </c:plotArea>
    <c:legend>
      <c:legendPos val="b"/>
      <c:layout>
        <c:manualLayout>
          <c:xMode val="edge"/>
          <c:yMode val="edge"/>
          <c:x val="4.1227E-2"/>
          <c:y val="0.95121999999999995"/>
          <c:w val="0.91754599999999997"/>
          <c:h val="4.8779599999999999E-2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1800" b="0" i="0" u="none" strike="noStrike">
              <a:solidFill>
                <a:srgbClr val="000000"/>
              </a:solidFill>
              <a:latin typeface="Intel Clear"/>
            </a:defRPr>
          </a:pPr>
          <a:endParaRPr lang="ru-RU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-228600" lvl="1" marL="9144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-228600" lvl="2" marL="13716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-228600" lvl="3" marL="18288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-228600" lvl="4" marL="22860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-228600" lvl="5" marL="27432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-228600" lvl="6" marL="32004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-228600" lvl="7" marL="36576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-228600" lvl="8" marL="41148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6aa17c3ece_0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26aa17c3ece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6b5081e801_0_22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g26b5081e801_0_2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6b5081e801_0_4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26b5081e801_0_42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6b5081e801_0_4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26b5081e801_0_42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26b5081e801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26b5081e801_0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6b5081e801_0_44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26b5081e801_0_4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26b5081e801_0_4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26b5081e801_0_4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6b5081e801_0_45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26b5081e801_0_45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d08807a7f1_0_2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d08807a7f1_0_2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d08807a7f1_0_6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d08807a7f1_0_6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d08807a7f1_0_4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d08807a7f1_0_4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d08807a7f1_0_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d08807a7f1_0_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d08807a7f1_0_1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d08807a7f1_0_1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d08807a7f1_0_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d08807a7f1_0_3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1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1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1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2c3fbe12272_1_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2c3fbe12272_1_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2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26aa17c3ece_0_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26aa17c3ece_0_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2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26b5081e801_0_1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g26b5081e801_0_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26b5081e801_0_47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26b5081e801_0_47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4113910fee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34113910fee_0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2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2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2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chart" Target="../charts/chart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Blue A" showMasterSp="0">
  <p:cSld name="Title Blue A">
    <p:bg>
      <p:bgPr>
        <a:solidFill>
          <a:srgbClr val="184A8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/>
          <p:nvPr>
            <p:ph type="title"/>
          </p:nvPr>
        </p:nvSpPr>
        <p:spPr>
          <a:xfrm>
            <a:off x="1895475" y="3585279"/>
            <a:ext cx="10972801" cy="1091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  <a:defRPr sz="75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11" name="Google Shape;11;p26"/>
          <p:cNvSpPr txBox="1"/>
          <p:nvPr>
            <p:ph idx="1" type="body"/>
          </p:nvPr>
        </p:nvSpPr>
        <p:spPr>
          <a:xfrm>
            <a:off x="1895475" y="3182315"/>
            <a:ext cx="10296524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C7FD"/>
              </a:buClr>
              <a:buSzPts val="1600"/>
              <a:buNone/>
              <a:defRPr b="1" i="0" sz="1600">
                <a:solidFill>
                  <a:srgbClr val="00C7FD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12" name="Google Shape;12;p26"/>
          <p:cNvSpPr txBox="1"/>
          <p:nvPr>
            <p:ph idx="2" type="body"/>
          </p:nvPr>
        </p:nvSpPr>
        <p:spPr>
          <a:xfrm>
            <a:off x="1908348" y="4778609"/>
            <a:ext cx="10283651" cy="326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0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Content">
  <p:cSld name="Title &amp; Conten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7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  <a:defRPr sz="4000">
                <a:solidFill>
                  <a:srgbClr val="52525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15" name="Google Shape;15;p27"/>
          <p:cNvSpPr txBox="1"/>
          <p:nvPr>
            <p:ph idx="1" type="body"/>
          </p:nvPr>
        </p:nvSpPr>
        <p:spPr>
          <a:xfrm>
            <a:off x="571370" y="1673454"/>
            <a:ext cx="11010900" cy="4574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2 Content Columns">
  <p:cSld name="Title &amp; 2 Content Columns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8"/>
          <p:cNvSpPr txBox="1"/>
          <p:nvPr>
            <p:ph type="title"/>
          </p:nvPr>
        </p:nvSpPr>
        <p:spPr>
          <a:xfrm>
            <a:off x="571500" y="571501"/>
            <a:ext cx="11010901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  <a:defRPr sz="4000">
                <a:solidFill>
                  <a:srgbClr val="52525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18" name="Google Shape;18;p28"/>
          <p:cNvSpPr txBox="1"/>
          <p:nvPr>
            <p:ph idx="1" type="body"/>
          </p:nvPr>
        </p:nvSpPr>
        <p:spPr>
          <a:xfrm>
            <a:off x="571500" y="1673402"/>
            <a:ext cx="5288525" cy="4584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19" name="Google Shape;19;p28"/>
          <p:cNvSpPr txBox="1"/>
          <p:nvPr>
            <p:ph idx="2" type="body"/>
          </p:nvPr>
        </p:nvSpPr>
        <p:spPr>
          <a:xfrm>
            <a:off x="6289113" y="1673402"/>
            <a:ext cx="5288525" cy="4584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d Slide" showMasterSp="0">
  <p:cSld name="End Slide">
    <p:bg>
      <p:bgPr>
        <a:solidFill>
          <a:schemeClr val="accent1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9"/>
          <p:cNvSpPr txBox="1"/>
          <p:nvPr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fld id="{00000000-1234-1234-1234-123412341234}" type="slidenum">
              <a:rPr b="0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Blue B" showMasterSp="0">
  <p:cSld name="1_Title Blue B">
    <p:bg>
      <p:bgPr>
        <a:solidFill>
          <a:srgbClr val="184A86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0"/>
          <p:cNvSpPr/>
          <p:nvPr/>
        </p:nvSpPr>
        <p:spPr>
          <a:xfrm>
            <a:off x="1469360" y="0"/>
            <a:ext cx="3430768" cy="53931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0"/>
          <p:cNvSpPr txBox="1"/>
          <p:nvPr>
            <p:ph idx="1" type="body"/>
          </p:nvPr>
        </p:nvSpPr>
        <p:spPr>
          <a:xfrm>
            <a:off x="1895475" y="3182315"/>
            <a:ext cx="10296524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C7FD"/>
              </a:buClr>
              <a:buSzPts val="1600"/>
              <a:buNone/>
              <a:defRPr b="1" i="0" sz="1600">
                <a:solidFill>
                  <a:srgbClr val="00C7FD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30"/>
          <p:cNvSpPr txBox="1"/>
          <p:nvPr>
            <p:ph type="title"/>
          </p:nvPr>
        </p:nvSpPr>
        <p:spPr>
          <a:xfrm>
            <a:off x="1895475" y="3585279"/>
            <a:ext cx="10972801" cy="1091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  <a:defRPr sz="75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26" name="Google Shape;26;p30"/>
          <p:cNvSpPr txBox="1"/>
          <p:nvPr>
            <p:ph idx="2" type="body"/>
          </p:nvPr>
        </p:nvSpPr>
        <p:spPr>
          <a:xfrm>
            <a:off x="1908348" y="4778609"/>
            <a:ext cx="10283651" cy="326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0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27" name="Google Shape;27;p30"/>
          <p:cNvSpPr/>
          <p:nvPr/>
        </p:nvSpPr>
        <p:spPr>
          <a:xfrm>
            <a:off x="861107" y="5390896"/>
            <a:ext cx="607299" cy="6072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30"/>
          <p:cNvSpPr/>
          <p:nvPr/>
        </p:nvSpPr>
        <p:spPr>
          <a:xfrm>
            <a:off x="576067" y="5108797"/>
            <a:ext cx="286654" cy="28207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30"/>
          <p:cNvSpPr/>
          <p:nvPr/>
        </p:nvSpPr>
        <p:spPr>
          <a:xfrm>
            <a:off x="861107" y="4952474"/>
            <a:ext cx="157461" cy="15746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" name="Google Shape;30;p30"/>
          <p:cNvGrpSpPr/>
          <p:nvPr/>
        </p:nvGrpSpPr>
        <p:grpSpPr>
          <a:xfrm>
            <a:off x="1468406" y="5995719"/>
            <a:ext cx="1059754" cy="396801"/>
            <a:chOff x="1314450" y="6391094"/>
            <a:chExt cx="1123377" cy="420623"/>
          </a:xfrm>
        </p:grpSpPr>
        <p:sp>
          <p:nvSpPr>
            <p:cNvPr id="31" name="Google Shape;31;p30"/>
            <p:cNvSpPr/>
            <p:nvPr/>
          </p:nvSpPr>
          <p:spPr>
            <a:xfrm>
              <a:off x="1314450" y="6396809"/>
              <a:ext cx="78581" cy="78581"/>
            </a:xfrm>
            <a:custGeom>
              <a:rect b="b" l="l" r="r" t="t"/>
              <a:pathLst>
                <a:path extrusionOk="0" h="78581" w="78581">
                  <a:moveTo>
                    <a:pt x="0" y="0"/>
                  </a:moveTo>
                  <a:lnTo>
                    <a:pt x="78581" y="0"/>
                  </a:lnTo>
                  <a:lnTo>
                    <a:pt x="78581" y="78581"/>
                  </a:lnTo>
                  <a:lnTo>
                    <a:pt x="0" y="78581"/>
                  </a:lnTo>
                  <a:close/>
                </a:path>
              </a:pathLst>
            </a:custGeom>
            <a:solidFill>
              <a:srgbClr val="00B2E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30"/>
            <p:cNvSpPr/>
            <p:nvPr/>
          </p:nvSpPr>
          <p:spPr>
            <a:xfrm>
              <a:off x="1316545" y="6391094"/>
              <a:ext cx="995171" cy="420623"/>
            </a:xfrm>
            <a:custGeom>
              <a:rect b="b" l="l" r="r" t="t"/>
              <a:pathLst>
                <a:path extrusionOk="0" h="420623" w="995171">
                  <a:moveTo>
                    <a:pt x="74486" y="131921"/>
                  </a:moveTo>
                  <a:lnTo>
                    <a:pt x="0" y="131921"/>
                  </a:lnTo>
                  <a:lnTo>
                    <a:pt x="0" y="414719"/>
                  </a:lnTo>
                  <a:lnTo>
                    <a:pt x="74486" y="414719"/>
                  </a:lnTo>
                  <a:lnTo>
                    <a:pt x="74486" y="131921"/>
                  </a:lnTo>
                  <a:close/>
                  <a:moveTo>
                    <a:pt x="568262" y="417576"/>
                  </a:moveTo>
                  <a:lnTo>
                    <a:pt x="568262" y="348234"/>
                  </a:lnTo>
                  <a:cubicBezTo>
                    <a:pt x="557308" y="348139"/>
                    <a:pt x="548259" y="347567"/>
                    <a:pt x="541306" y="346520"/>
                  </a:cubicBezTo>
                  <a:cubicBezTo>
                    <a:pt x="533591" y="345281"/>
                    <a:pt x="527685" y="342710"/>
                    <a:pt x="523780" y="338804"/>
                  </a:cubicBezTo>
                  <a:cubicBezTo>
                    <a:pt x="519875" y="334899"/>
                    <a:pt x="517303" y="329184"/>
                    <a:pt x="516065" y="321945"/>
                  </a:cubicBezTo>
                  <a:cubicBezTo>
                    <a:pt x="514922" y="314992"/>
                    <a:pt x="514350" y="305753"/>
                    <a:pt x="514350" y="294608"/>
                  </a:cubicBezTo>
                  <a:lnTo>
                    <a:pt x="514350" y="195644"/>
                  </a:lnTo>
                  <a:lnTo>
                    <a:pt x="568262" y="195644"/>
                  </a:lnTo>
                  <a:lnTo>
                    <a:pt x="568262" y="131921"/>
                  </a:lnTo>
                  <a:lnTo>
                    <a:pt x="514350" y="131921"/>
                  </a:lnTo>
                  <a:lnTo>
                    <a:pt x="514350" y="21812"/>
                  </a:lnTo>
                  <a:lnTo>
                    <a:pt x="439865" y="21812"/>
                  </a:lnTo>
                  <a:lnTo>
                    <a:pt x="439865" y="295180"/>
                  </a:lnTo>
                  <a:cubicBezTo>
                    <a:pt x="439865" y="318230"/>
                    <a:pt x="441865" y="337852"/>
                    <a:pt x="445865" y="353473"/>
                  </a:cubicBezTo>
                  <a:cubicBezTo>
                    <a:pt x="449771" y="368903"/>
                    <a:pt x="456438" y="381572"/>
                    <a:pt x="465677" y="391001"/>
                  </a:cubicBezTo>
                  <a:cubicBezTo>
                    <a:pt x="474917" y="400431"/>
                    <a:pt x="487204" y="407289"/>
                    <a:pt x="502063" y="411385"/>
                  </a:cubicBezTo>
                  <a:cubicBezTo>
                    <a:pt x="517112" y="415481"/>
                    <a:pt x="536258" y="417671"/>
                    <a:pt x="558927" y="417671"/>
                  </a:cubicBezTo>
                  <a:lnTo>
                    <a:pt x="568262" y="417671"/>
                  </a:lnTo>
                  <a:close/>
                  <a:moveTo>
                    <a:pt x="995172" y="0"/>
                  </a:moveTo>
                  <a:lnTo>
                    <a:pt x="920687" y="0"/>
                  </a:lnTo>
                  <a:lnTo>
                    <a:pt x="920687" y="414719"/>
                  </a:lnTo>
                  <a:lnTo>
                    <a:pt x="995172" y="414719"/>
                  </a:lnTo>
                  <a:lnTo>
                    <a:pt x="995172" y="0"/>
                  </a:lnTo>
                  <a:close/>
                  <a:moveTo>
                    <a:pt x="367951" y="159830"/>
                  </a:moveTo>
                  <a:cubicBezTo>
                    <a:pt x="347282" y="137541"/>
                    <a:pt x="318135" y="126206"/>
                    <a:pt x="281273" y="126206"/>
                  </a:cubicBezTo>
                  <a:cubicBezTo>
                    <a:pt x="263462" y="126206"/>
                    <a:pt x="247079" y="129921"/>
                    <a:pt x="232410" y="137065"/>
                  </a:cubicBezTo>
                  <a:cubicBezTo>
                    <a:pt x="217742" y="144304"/>
                    <a:pt x="205264" y="154496"/>
                    <a:pt x="195358" y="167259"/>
                  </a:cubicBezTo>
                  <a:lnTo>
                    <a:pt x="191262" y="172498"/>
                  </a:lnTo>
                  <a:lnTo>
                    <a:pt x="191262" y="167831"/>
                  </a:lnTo>
                  <a:lnTo>
                    <a:pt x="191262" y="132017"/>
                  </a:lnTo>
                  <a:lnTo>
                    <a:pt x="117920" y="132017"/>
                  </a:lnTo>
                  <a:lnTo>
                    <a:pt x="117920" y="414814"/>
                  </a:lnTo>
                  <a:lnTo>
                    <a:pt x="191929" y="414814"/>
                  </a:lnTo>
                  <a:lnTo>
                    <a:pt x="191929" y="264128"/>
                  </a:lnTo>
                  <a:lnTo>
                    <a:pt x="192024" y="274606"/>
                  </a:lnTo>
                  <a:cubicBezTo>
                    <a:pt x="192024" y="272891"/>
                    <a:pt x="192024" y="271177"/>
                    <a:pt x="192119" y="269558"/>
                  </a:cubicBezTo>
                  <a:cubicBezTo>
                    <a:pt x="192881" y="243173"/>
                    <a:pt x="199454" y="223456"/>
                    <a:pt x="211741" y="210884"/>
                  </a:cubicBezTo>
                  <a:cubicBezTo>
                    <a:pt x="224790" y="197549"/>
                    <a:pt x="240697" y="190786"/>
                    <a:pt x="258985" y="190786"/>
                  </a:cubicBezTo>
                  <a:cubicBezTo>
                    <a:pt x="280511" y="190786"/>
                    <a:pt x="296894" y="197358"/>
                    <a:pt x="307753" y="210407"/>
                  </a:cubicBezTo>
                  <a:cubicBezTo>
                    <a:pt x="318421" y="223171"/>
                    <a:pt x="323850" y="241364"/>
                    <a:pt x="323945" y="264605"/>
                  </a:cubicBezTo>
                  <a:lnTo>
                    <a:pt x="323945" y="264605"/>
                  </a:lnTo>
                  <a:lnTo>
                    <a:pt x="323945" y="265176"/>
                  </a:lnTo>
                  <a:lnTo>
                    <a:pt x="323945" y="265271"/>
                  </a:lnTo>
                  <a:lnTo>
                    <a:pt x="323945" y="414814"/>
                  </a:lnTo>
                  <a:lnTo>
                    <a:pt x="399098" y="414814"/>
                  </a:lnTo>
                  <a:lnTo>
                    <a:pt x="399098" y="254222"/>
                  </a:lnTo>
                  <a:cubicBezTo>
                    <a:pt x="399193" y="213931"/>
                    <a:pt x="388620" y="182118"/>
                    <a:pt x="367951" y="159830"/>
                  </a:cubicBezTo>
                  <a:moveTo>
                    <a:pt x="881825" y="272796"/>
                  </a:moveTo>
                  <a:cubicBezTo>
                    <a:pt x="881825" y="252508"/>
                    <a:pt x="878205" y="233267"/>
                    <a:pt x="871061" y="215646"/>
                  </a:cubicBezTo>
                  <a:cubicBezTo>
                    <a:pt x="863918" y="198025"/>
                    <a:pt x="853821" y="182309"/>
                    <a:pt x="841057" y="168974"/>
                  </a:cubicBezTo>
                  <a:cubicBezTo>
                    <a:pt x="828294" y="155639"/>
                    <a:pt x="812768" y="145066"/>
                    <a:pt x="794957" y="137636"/>
                  </a:cubicBezTo>
                  <a:cubicBezTo>
                    <a:pt x="777145" y="130112"/>
                    <a:pt x="757238" y="126302"/>
                    <a:pt x="735806" y="126302"/>
                  </a:cubicBezTo>
                  <a:cubicBezTo>
                    <a:pt x="715518" y="126302"/>
                    <a:pt x="696182" y="130207"/>
                    <a:pt x="678371" y="137922"/>
                  </a:cubicBezTo>
                  <a:cubicBezTo>
                    <a:pt x="660559" y="145637"/>
                    <a:pt x="644843" y="156210"/>
                    <a:pt x="631698" y="169355"/>
                  </a:cubicBezTo>
                  <a:cubicBezTo>
                    <a:pt x="618554" y="182499"/>
                    <a:pt x="607981" y="198215"/>
                    <a:pt x="600266" y="216027"/>
                  </a:cubicBezTo>
                  <a:cubicBezTo>
                    <a:pt x="592550" y="233839"/>
                    <a:pt x="588645" y="253175"/>
                    <a:pt x="588645" y="273463"/>
                  </a:cubicBezTo>
                  <a:cubicBezTo>
                    <a:pt x="588645" y="293751"/>
                    <a:pt x="592360" y="313087"/>
                    <a:pt x="599694" y="330899"/>
                  </a:cubicBezTo>
                  <a:cubicBezTo>
                    <a:pt x="607028" y="348710"/>
                    <a:pt x="617315" y="364426"/>
                    <a:pt x="630269" y="377571"/>
                  </a:cubicBezTo>
                  <a:cubicBezTo>
                    <a:pt x="643223" y="390716"/>
                    <a:pt x="659130" y="401288"/>
                    <a:pt x="677513" y="409004"/>
                  </a:cubicBezTo>
                  <a:cubicBezTo>
                    <a:pt x="695897" y="416719"/>
                    <a:pt x="716280" y="420624"/>
                    <a:pt x="738092" y="420624"/>
                  </a:cubicBezTo>
                  <a:cubicBezTo>
                    <a:pt x="801148" y="420624"/>
                    <a:pt x="840391" y="391954"/>
                    <a:pt x="863918" y="365093"/>
                  </a:cubicBezTo>
                  <a:lnTo>
                    <a:pt x="810292" y="324231"/>
                  </a:lnTo>
                  <a:cubicBezTo>
                    <a:pt x="798957" y="337661"/>
                    <a:pt x="772192" y="355854"/>
                    <a:pt x="738664" y="355854"/>
                  </a:cubicBezTo>
                  <a:cubicBezTo>
                    <a:pt x="717614" y="355854"/>
                    <a:pt x="700373" y="350996"/>
                    <a:pt x="687229" y="341376"/>
                  </a:cubicBezTo>
                  <a:cubicBezTo>
                    <a:pt x="674084" y="331756"/>
                    <a:pt x="665036" y="318611"/>
                    <a:pt x="660368" y="302133"/>
                  </a:cubicBezTo>
                  <a:lnTo>
                    <a:pt x="659606" y="299466"/>
                  </a:lnTo>
                  <a:lnTo>
                    <a:pt x="881825" y="299466"/>
                  </a:lnTo>
                  <a:lnTo>
                    <a:pt x="881825" y="272796"/>
                  </a:lnTo>
                  <a:close/>
                  <a:moveTo>
                    <a:pt x="660368" y="246793"/>
                  </a:moveTo>
                  <a:cubicBezTo>
                    <a:pt x="660368" y="226124"/>
                    <a:pt x="684086" y="189929"/>
                    <a:pt x="735330" y="189929"/>
                  </a:cubicBezTo>
                  <a:cubicBezTo>
                    <a:pt x="786575" y="189929"/>
                    <a:pt x="810387" y="226028"/>
                    <a:pt x="810387" y="246698"/>
                  </a:cubicBezTo>
                  <a:lnTo>
                    <a:pt x="660368" y="24679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30"/>
            <p:cNvSpPr/>
            <p:nvPr/>
          </p:nvSpPr>
          <p:spPr>
            <a:xfrm>
              <a:off x="2358770" y="6728469"/>
              <a:ext cx="79057" cy="79057"/>
            </a:xfrm>
            <a:custGeom>
              <a:rect b="b" l="l" r="r" t="t"/>
              <a:pathLst>
                <a:path extrusionOk="0" h="79057" w="79057">
                  <a:moveTo>
                    <a:pt x="39529" y="5620"/>
                  </a:moveTo>
                  <a:cubicBezTo>
                    <a:pt x="58198" y="5620"/>
                    <a:pt x="73438" y="20860"/>
                    <a:pt x="73438" y="39529"/>
                  </a:cubicBezTo>
                  <a:cubicBezTo>
                    <a:pt x="73438" y="58198"/>
                    <a:pt x="58198" y="73438"/>
                    <a:pt x="39529" y="73438"/>
                  </a:cubicBezTo>
                  <a:cubicBezTo>
                    <a:pt x="20860" y="73438"/>
                    <a:pt x="5620" y="58198"/>
                    <a:pt x="5620" y="39529"/>
                  </a:cubicBezTo>
                  <a:cubicBezTo>
                    <a:pt x="5620" y="20860"/>
                    <a:pt x="20860" y="5620"/>
                    <a:pt x="39529" y="5620"/>
                  </a:cubicBezTo>
                  <a:moveTo>
                    <a:pt x="39529" y="0"/>
                  </a:moveTo>
                  <a:cubicBezTo>
                    <a:pt x="17717" y="0"/>
                    <a:pt x="0" y="17717"/>
                    <a:pt x="0" y="39529"/>
                  </a:cubicBezTo>
                  <a:cubicBezTo>
                    <a:pt x="0" y="61341"/>
                    <a:pt x="17717" y="79058"/>
                    <a:pt x="39529" y="79058"/>
                  </a:cubicBezTo>
                  <a:cubicBezTo>
                    <a:pt x="61341" y="79058"/>
                    <a:pt x="79058" y="61341"/>
                    <a:pt x="79058" y="39529"/>
                  </a:cubicBezTo>
                  <a:cubicBezTo>
                    <a:pt x="79058" y="17717"/>
                    <a:pt x="61341" y="0"/>
                    <a:pt x="39529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30"/>
            <p:cNvSpPr/>
            <p:nvPr/>
          </p:nvSpPr>
          <p:spPr>
            <a:xfrm>
              <a:off x="2384869" y="6748090"/>
              <a:ext cx="30765" cy="39528"/>
            </a:xfrm>
            <a:custGeom>
              <a:rect b="b" l="l" r="r" t="t"/>
              <a:pathLst>
                <a:path extrusionOk="0" h="39528" w="30765">
                  <a:moveTo>
                    <a:pt x="16383" y="95"/>
                  </a:moveTo>
                  <a:cubicBezTo>
                    <a:pt x="18860" y="95"/>
                    <a:pt x="21050" y="667"/>
                    <a:pt x="23051" y="1715"/>
                  </a:cubicBezTo>
                  <a:cubicBezTo>
                    <a:pt x="25051" y="2762"/>
                    <a:pt x="26575" y="4286"/>
                    <a:pt x="27718" y="6191"/>
                  </a:cubicBezTo>
                  <a:cubicBezTo>
                    <a:pt x="28861" y="8096"/>
                    <a:pt x="29337" y="10192"/>
                    <a:pt x="29337" y="12478"/>
                  </a:cubicBezTo>
                  <a:cubicBezTo>
                    <a:pt x="29337" y="15335"/>
                    <a:pt x="28575" y="17717"/>
                    <a:pt x="27146" y="19622"/>
                  </a:cubicBezTo>
                  <a:cubicBezTo>
                    <a:pt x="25718" y="21527"/>
                    <a:pt x="23908" y="22860"/>
                    <a:pt x="21812" y="23717"/>
                  </a:cubicBezTo>
                  <a:lnTo>
                    <a:pt x="30766" y="39529"/>
                  </a:lnTo>
                  <a:lnTo>
                    <a:pt x="23717" y="39529"/>
                  </a:lnTo>
                  <a:lnTo>
                    <a:pt x="15526" y="24860"/>
                  </a:lnTo>
                  <a:lnTo>
                    <a:pt x="6191" y="24860"/>
                  </a:lnTo>
                  <a:lnTo>
                    <a:pt x="6191" y="39529"/>
                  </a:lnTo>
                  <a:lnTo>
                    <a:pt x="0" y="39529"/>
                  </a:lnTo>
                  <a:lnTo>
                    <a:pt x="0" y="0"/>
                  </a:lnTo>
                  <a:lnTo>
                    <a:pt x="16383" y="0"/>
                  </a:lnTo>
                  <a:close/>
                  <a:moveTo>
                    <a:pt x="16383" y="19336"/>
                  </a:moveTo>
                  <a:cubicBezTo>
                    <a:pt x="17717" y="19336"/>
                    <a:pt x="18860" y="19050"/>
                    <a:pt x="19907" y="18478"/>
                  </a:cubicBezTo>
                  <a:cubicBezTo>
                    <a:pt x="20955" y="17907"/>
                    <a:pt x="21717" y="17050"/>
                    <a:pt x="22289" y="16097"/>
                  </a:cubicBezTo>
                  <a:cubicBezTo>
                    <a:pt x="22860" y="15050"/>
                    <a:pt x="23146" y="13906"/>
                    <a:pt x="23146" y="12573"/>
                  </a:cubicBezTo>
                  <a:cubicBezTo>
                    <a:pt x="23146" y="11240"/>
                    <a:pt x="22860" y="10097"/>
                    <a:pt x="22289" y="9049"/>
                  </a:cubicBezTo>
                  <a:cubicBezTo>
                    <a:pt x="21717" y="8001"/>
                    <a:pt x="20860" y="7239"/>
                    <a:pt x="19907" y="6668"/>
                  </a:cubicBezTo>
                  <a:cubicBezTo>
                    <a:pt x="18860" y="6096"/>
                    <a:pt x="17717" y="5810"/>
                    <a:pt x="16383" y="5810"/>
                  </a:cubicBezTo>
                  <a:lnTo>
                    <a:pt x="6191" y="5810"/>
                  </a:lnTo>
                  <a:lnTo>
                    <a:pt x="6191" y="19336"/>
                  </a:lnTo>
                  <a:lnTo>
                    <a:pt x="16383" y="1933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hite" showMasterSp="0">
  <p:cSld name="Title White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1"/>
          <p:cNvSpPr/>
          <p:nvPr/>
        </p:nvSpPr>
        <p:spPr>
          <a:xfrm>
            <a:off x="1466513" y="-28456"/>
            <a:ext cx="3430768" cy="5421617"/>
          </a:xfrm>
          <a:prstGeom prst="rect">
            <a:avLst/>
          </a:prstGeom>
          <a:solidFill>
            <a:srgbClr val="E7E7E7">
              <a:alpha val="38823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1"/>
          <p:cNvSpPr txBox="1"/>
          <p:nvPr>
            <p:ph type="title"/>
          </p:nvPr>
        </p:nvSpPr>
        <p:spPr>
          <a:xfrm>
            <a:off x="1895475" y="3585279"/>
            <a:ext cx="10972801" cy="1091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7500"/>
              <a:buFont typeface="Arial"/>
              <a:buNone/>
              <a:defRPr sz="7500">
                <a:solidFill>
                  <a:srgbClr val="52525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38" name="Google Shape;38;p31"/>
          <p:cNvSpPr txBox="1"/>
          <p:nvPr>
            <p:ph idx="1" type="body"/>
          </p:nvPr>
        </p:nvSpPr>
        <p:spPr>
          <a:xfrm>
            <a:off x="1895475" y="3182315"/>
            <a:ext cx="10296524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i="0" sz="16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39" name="Google Shape;39;p31"/>
          <p:cNvSpPr txBox="1"/>
          <p:nvPr>
            <p:ph idx="2" type="body"/>
          </p:nvPr>
        </p:nvSpPr>
        <p:spPr>
          <a:xfrm>
            <a:off x="1908348" y="4778609"/>
            <a:ext cx="10283651" cy="326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 b="0" i="0" sz="18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40" name="Google Shape;40;p31"/>
          <p:cNvSpPr/>
          <p:nvPr/>
        </p:nvSpPr>
        <p:spPr>
          <a:xfrm>
            <a:off x="861107" y="5390896"/>
            <a:ext cx="607299" cy="607299"/>
          </a:xfrm>
          <a:prstGeom prst="rect">
            <a:avLst/>
          </a:prstGeom>
          <a:solidFill>
            <a:srgbClr val="2872C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31"/>
          <p:cNvSpPr/>
          <p:nvPr/>
        </p:nvSpPr>
        <p:spPr>
          <a:xfrm>
            <a:off x="576067" y="5108797"/>
            <a:ext cx="286654" cy="282073"/>
          </a:xfrm>
          <a:prstGeom prst="rect">
            <a:avLst/>
          </a:prstGeom>
          <a:solidFill>
            <a:srgbClr val="00C7F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31"/>
          <p:cNvSpPr/>
          <p:nvPr/>
        </p:nvSpPr>
        <p:spPr>
          <a:xfrm>
            <a:off x="861107" y="4952474"/>
            <a:ext cx="157461" cy="157461"/>
          </a:xfrm>
          <a:prstGeom prst="rect">
            <a:avLst/>
          </a:prstGeom>
          <a:solidFill>
            <a:srgbClr val="2872C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66513" y="5992753"/>
            <a:ext cx="1031758" cy="3847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2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  <a:defRPr sz="4000">
                <a:solidFill>
                  <a:srgbClr val="52525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 &amp; Content">
  <p:cSld name="Title, Sub &amp; Conten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3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  <a:defRPr sz="4000">
                <a:solidFill>
                  <a:srgbClr val="52525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48" name="Google Shape;48;p33"/>
          <p:cNvSpPr txBox="1"/>
          <p:nvPr>
            <p:ph idx="1" type="body"/>
          </p:nvPr>
        </p:nvSpPr>
        <p:spPr>
          <a:xfrm>
            <a:off x="571370" y="2139953"/>
            <a:ext cx="11010900" cy="410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49" name="Google Shape;49;p33"/>
          <p:cNvSpPr txBox="1"/>
          <p:nvPr>
            <p:ph idx="2" type="body"/>
          </p:nvPr>
        </p:nvSpPr>
        <p:spPr>
          <a:xfrm>
            <a:off x="571370" y="1612901"/>
            <a:ext cx="11022013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 &amp; 2 Content Columns">
  <p:cSld name="Title, Sub &amp; 2 Content 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4"/>
          <p:cNvSpPr txBox="1"/>
          <p:nvPr>
            <p:ph type="title"/>
          </p:nvPr>
        </p:nvSpPr>
        <p:spPr>
          <a:xfrm>
            <a:off x="571500" y="571501"/>
            <a:ext cx="11010901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  <a:defRPr sz="4000">
                <a:solidFill>
                  <a:srgbClr val="52525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52" name="Google Shape;52;p34"/>
          <p:cNvSpPr txBox="1"/>
          <p:nvPr>
            <p:ph idx="1" type="body"/>
          </p:nvPr>
        </p:nvSpPr>
        <p:spPr>
          <a:xfrm>
            <a:off x="571500" y="2139951"/>
            <a:ext cx="5288525" cy="4118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53" name="Google Shape;53;p34"/>
          <p:cNvSpPr txBox="1"/>
          <p:nvPr>
            <p:ph idx="2" type="body"/>
          </p:nvPr>
        </p:nvSpPr>
        <p:spPr>
          <a:xfrm>
            <a:off x="6289113" y="2139951"/>
            <a:ext cx="5288525" cy="4118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54" name="Google Shape;54;p34"/>
          <p:cNvSpPr txBox="1"/>
          <p:nvPr>
            <p:ph idx="3" type="body"/>
          </p:nvPr>
        </p:nvSpPr>
        <p:spPr>
          <a:xfrm>
            <a:off x="571500" y="1612901"/>
            <a:ext cx="11022013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, Content &amp; 2 Pictures">
  <p:cSld name="Title, Sub, Content &amp; 2 Pictures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5"/>
          <p:cNvSpPr txBox="1"/>
          <p:nvPr>
            <p:ph type="title"/>
          </p:nvPr>
        </p:nvSpPr>
        <p:spPr>
          <a:xfrm>
            <a:off x="571500" y="567227"/>
            <a:ext cx="5755707" cy="945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  <a:defRPr sz="4000">
                <a:solidFill>
                  <a:srgbClr val="52525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57" name="Google Shape;57;p35"/>
          <p:cNvSpPr txBox="1"/>
          <p:nvPr>
            <p:ph idx="1" type="body"/>
          </p:nvPr>
        </p:nvSpPr>
        <p:spPr>
          <a:xfrm>
            <a:off x="6609331" y="2978828"/>
            <a:ext cx="4668837" cy="3453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lnSpc>
                <a:spcPct val="15312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sz="16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58" name="Google Shape;58;p35"/>
          <p:cNvSpPr txBox="1"/>
          <p:nvPr>
            <p:ph idx="2" type="body"/>
          </p:nvPr>
        </p:nvSpPr>
        <p:spPr>
          <a:xfrm>
            <a:off x="6609331" y="5929172"/>
            <a:ext cx="4668837" cy="3453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lnSpc>
                <a:spcPct val="15312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sz="16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59" name="Google Shape;59;p35"/>
          <p:cNvSpPr/>
          <p:nvPr>
            <p:ph idx="3" type="pic"/>
          </p:nvPr>
        </p:nvSpPr>
        <p:spPr>
          <a:xfrm>
            <a:off x="6609331" y="571500"/>
            <a:ext cx="4668837" cy="238125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35"/>
          <p:cNvSpPr/>
          <p:nvPr>
            <p:ph idx="4" type="pic"/>
          </p:nvPr>
        </p:nvSpPr>
        <p:spPr>
          <a:xfrm>
            <a:off x="6609331" y="3537061"/>
            <a:ext cx="4668837" cy="238125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35"/>
          <p:cNvSpPr txBox="1"/>
          <p:nvPr>
            <p:ph idx="5" type="body"/>
          </p:nvPr>
        </p:nvSpPr>
        <p:spPr>
          <a:xfrm>
            <a:off x="571500" y="2139952"/>
            <a:ext cx="5768944" cy="4118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62" name="Google Shape;62;p35"/>
          <p:cNvSpPr txBox="1"/>
          <p:nvPr>
            <p:ph idx="6" type="body"/>
          </p:nvPr>
        </p:nvSpPr>
        <p:spPr>
          <a:xfrm>
            <a:off x="571500" y="1612901"/>
            <a:ext cx="5768944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, Content &amp; Picture">
  <p:cSld name="Title, Sub, Content &amp; Picture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6"/>
          <p:cNvSpPr/>
          <p:nvPr>
            <p:ph idx="2" type="pic"/>
          </p:nvPr>
        </p:nvSpPr>
        <p:spPr>
          <a:xfrm>
            <a:off x="6615046" y="0"/>
            <a:ext cx="5129422" cy="6416167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36"/>
          <p:cNvSpPr txBox="1"/>
          <p:nvPr>
            <p:ph type="title"/>
          </p:nvPr>
        </p:nvSpPr>
        <p:spPr>
          <a:xfrm>
            <a:off x="571500" y="567227"/>
            <a:ext cx="5747107" cy="945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  <a:defRPr sz="4000">
                <a:solidFill>
                  <a:srgbClr val="52525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66" name="Google Shape;66;p36"/>
          <p:cNvSpPr txBox="1"/>
          <p:nvPr>
            <p:ph idx="1" type="body"/>
          </p:nvPr>
        </p:nvSpPr>
        <p:spPr>
          <a:xfrm>
            <a:off x="571500" y="2139952"/>
            <a:ext cx="5768944" cy="4118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67" name="Google Shape;67;p36"/>
          <p:cNvSpPr txBox="1"/>
          <p:nvPr>
            <p:ph idx="3" type="body"/>
          </p:nvPr>
        </p:nvSpPr>
        <p:spPr>
          <a:xfrm>
            <a:off x="571500" y="1612901"/>
            <a:ext cx="5768944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Full Page Picture">
  <p:cSld name="Title &amp; Full Page Picture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7"/>
          <p:cNvSpPr/>
          <p:nvPr>
            <p:ph idx="2" type="pic"/>
          </p:nvPr>
        </p:nvSpPr>
        <p:spPr>
          <a:xfrm>
            <a:off x="-11286" y="0"/>
            <a:ext cx="11744325" cy="6401797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37"/>
          <p:cNvSpPr txBox="1"/>
          <p:nvPr>
            <p:ph type="title"/>
          </p:nvPr>
        </p:nvSpPr>
        <p:spPr>
          <a:xfrm>
            <a:off x="571500" y="571500"/>
            <a:ext cx="11010899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>
                <a:solidFill>
                  <a:schemeClr val="dk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Quote">
  <p:cSld name="Title &amp; Quote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8"/>
          <p:cNvSpPr txBox="1"/>
          <p:nvPr>
            <p:ph type="title"/>
          </p:nvPr>
        </p:nvSpPr>
        <p:spPr>
          <a:xfrm>
            <a:off x="571501" y="571501"/>
            <a:ext cx="11022060" cy="873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  <a:defRPr sz="4000">
                <a:solidFill>
                  <a:srgbClr val="52525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73" name="Google Shape;73;p38"/>
          <p:cNvSpPr txBox="1"/>
          <p:nvPr>
            <p:ph idx="1" type="body"/>
          </p:nvPr>
        </p:nvSpPr>
        <p:spPr>
          <a:xfrm>
            <a:off x="571500" y="1592529"/>
            <a:ext cx="11010900" cy="3727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571500" y="5461818"/>
            <a:ext cx="11022013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hart Example" showMasterSp="0">
  <p:cSld name="3_Chart Example">
    <p:bg>
      <p:bgPr>
        <a:solidFill>
          <a:schemeClr val="accent1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9"/>
          <p:cNvSpPr/>
          <p:nvPr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7" name="Google Shape;77;p39"/>
          <p:cNvSpPr/>
          <p:nvPr/>
        </p:nvSpPr>
        <p:spPr>
          <a:xfrm>
            <a:off x="11741697" y="6407185"/>
            <a:ext cx="450068" cy="450068"/>
          </a:xfrm>
          <a:prstGeom prst="rect">
            <a:avLst/>
          </a:prstGeom>
          <a:solidFill>
            <a:schemeClr val="accent1">
              <a:alpha val="49803"/>
            </a:scheme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39"/>
          <p:cNvSpPr txBox="1"/>
          <p:nvPr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>
                <a:schemeClr val="lt1"/>
              </a:buClr>
              <a:buSzPts val="850"/>
              <a:buFont typeface="Arial"/>
              <a:buNone/>
            </a:pPr>
            <a:fld id="{00000000-1234-1234-1234-123412341234}" type="slidenum">
              <a:rPr b="0" i="0" lang="en-US" sz="85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39"/>
          <p:cNvSpPr txBox="1"/>
          <p:nvPr>
            <p:ph type="title"/>
          </p:nvPr>
        </p:nvSpPr>
        <p:spPr>
          <a:xfrm>
            <a:off x="571501" y="571501"/>
            <a:ext cx="11022060" cy="873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571500" y="1599816"/>
            <a:ext cx="11010900" cy="3719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pic>
        <p:nvPicPr>
          <p:cNvPr descr="Image" id="81" name="Google Shape;81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1433" y="6543018"/>
            <a:ext cx="491250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39"/>
          <p:cNvSpPr/>
          <p:nvPr/>
        </p:nvSpPr>
        <p:spPr>
          <a:xfrm>
            <a:off x="5503530" y="6562504"/>
            <a:ext cx="118494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 Confidential</a:t>
            </a:r>
            <a:endParaRPr/>
          </a:p>
        </p:txBody>
      </p:sp>
      <p:sp>
        <p:nvSpPr>
          <p:cNvPr id="83" name="Google Shape;83;p39"/>
          <p:cNvSpPr/>
          <p:nvPr/>
        </p:nvSpPr>
        <p:spPr>
          <a:xfrm>
            <a:off x="483010" y="6562504"/>
            <a:ext cx="176683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or Event Name</a:t>
            </a:r>
            <a:endParaRPr/>
          </a:p>
        </p:txBody>
      </p:sp>
      <p:sp>
        <p:nvSpPr>
          <p:cNvPr id="84" name="Google Shape;84;p39"/>
          <p:cNvSpPr txBox="1"/>
          <p:nvPr>
            <p:ph idx="2" type="body"/>
          </p:nvPr>
        </p:nvSpPr>
        <p:spPr>
          <a:xfrm>
            <a:off x="571500" y="5476099"/>
            <a:ext cx="11022013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85" name="Google Shape;85;p39"/>
          <p:cNvSpPr/>
          <p:nvPr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White">
  <p:cSld name="Section Break White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0"/>
          <p:cNvSpPr txBox="1"/>
          <p:nvPr>
            <p:ph type="title"/>
          </p:nvPr>
        </p:nvSpPr>
        <p:spPr>
          <a:xfrm>
            <a:off x="571370" y="2140785"/>
            <a:ext cx="11010816" cy="165168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800"/>
              <a:buFont typeface="Arial"/>
              <a:buNone/>
              <a:defRPr sz="4800">
                <a:solidFill>
                  <a:srgbClr val="52525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88" name="Google Shape;88;p40"/>
          <p:cNvSpPr txBox="1"/>
          <p:nvPr>
            <p:ph idx="1" type="body"/>
          </p:nvPr>
        </p:nvSpPr>
        <p:spPr>
          <a:xfrm>
            <a:off x="571500" y="3939750"/>
            <a:ext cx="11022013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Blue" showMasterSp="0">
  <p:cSld name="Section Break Blue">
    <p:bg>
      <p:bgPr>
        <a:solidFill>
          <a:schemeClr val="accen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1"/>
          <p:cNvSpPr/>
          <p:nvPr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descr="Image" id="91" name="Google Shape;9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1433" y="6543018"/>
            <a:ext cx="491250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1"/>
          <p:cNvSpPr txBox="1"/>
          <p:nvPr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fld id="{00000000-1234-1234-1234-123412341234}" type="slidenum">
              <a:rPr b="0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41"/>
          <p:cNvSpPr/>
          <p:nvPr/>
        </p:nvSpPr>
        <p:spPr>
          <a:xfrm>
            <a:off x="5503530" y="6562504"/>
            <a:ext cx="118494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 Confidential</a:t>
            </a:r>
            <a:endParaRPr/>
          </a:p>
        </p:txBody>
      </p:sp>
      <p:sp>
        <p:nvSpPr>
          <p:cNvPr id="94" name="Google Shape;94;p41"/>
          <p:cNvSpPr/>
          <p:nvPr/>
        </p:nvSpPr>
        <p:spPr>
          <a:xfrm>
            <a:off x="483010" y="6562504"/>
            <a:ext cx="176683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or Event Name</a:t>
            </a:r>
            <a:endParaRPr/>
          </a:p>
        </p:txBody>
      </p:sp>
      <p:sp>
        <p:nvSpPr>
          <p:cNvPr id="95" name="Google Shape;95;p41"/>
          <p:cNvSpPr txBox="1"/>
          <p:nvPr>
            <p:ph type="title"/>
          </p:nvPr>
        </p:nvSpPr>
        <p:spPr>
          <a:xfrm>
            <a:off x="571370" y="2140785"/>
            <a:ext cx="11010816" cy="165168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96" name="Google Shape;96;p41"/>
          <p:cNvSpPr txBox="1"/>
          <p:nvPr>
            <p:ph idx="1" type="body"/>
          </p:nvPr>
        </p:nvSpPr>
        <p:spPr>
          <a:xfrm>
            <a:off x="571500" y="3948942"/>
            <a:ext cx="11022013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97" name="Google Shape;97;p41"/>
          <p:cNvSpPr/>
          <p:nvPr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Light Blue" showMasterSp="0">
  <p:cSld name="Section Break Light Blue">
    <p:bg>
      <p:bgPr>
        <a:solidFill>
          <a:srgbClr val="0095BD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2"/>
          <p:cNvSpPr/>
          <p:nvPr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0" name="Google Shape;100;p42"/>
          <p:cNvSpPr/>
          <p:nvPr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descr="Image" id="101" name="Google Shape;101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1433" y="6543018"/>
            <a:ext cx="491250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42"/>
          <p:cNvSpPr txBox="1"/>
          <p:nvPr/>
        </p:nvSpPr>
        <p:spPr>
          <a:xfrm>
            <a:off x="11942955" y="6538004"/>
            <a:ext cx="51361" cy="189796"/>
          </a:xfrm>
          <a:prstGeom prst="rect">
            <a:avLst/>
          </a:prstGeom>
          <a:noFill/>
          <a:ln>
            <a:noFill/>
          </a:ln>
        </p:spPr>
        <p:txBody>
          <a:bodyPr anchorCtr="0" anchor="b" bIns="25400" lIns="25400" spcFirstLastPara="1" rIns="25400" wrap="square" tIns="254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42"/>
          <p:cNvSpPr txBox="1"/>
          <p:nvPr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fld id="{00000000-1234-1234-1234-123412341234}" type="slidenum">
              <a:rPr b="0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42"/>
          <p:cNvSpPr/>
          <p:nvPr/>
        </p:nvSpPr>
        <p:spPr>
          <a:xfrm>
            <a:off x="5503530" y="6562504"/>
            <a:ext cx="118494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 Confidential</a:t>
            </a:r>
            <a:endParaRPr/>
          </a:p>
        </p:txBody>
      </p:sp>
      <p:sp>
        <p:nvSpPr>
          <p:cNvPr id="105" name="Google Shape;105;p42"/>
          <p:cNvSpPr/>
          <p:nvPr/>
        </p:nvSpPr>
        <p:spPr>
          <a:xfrm>
            <a:off x="483010" y="6562504"/>
            <a:ext cx="176683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or Event Name</a:t>
            </a:r>
            <a:endParaRPr/>
          </a:p>
        </p:txBody>
      </p:sp>
      <p:sp>
        <p:nvSpPr>
          <p:cNvPr id="106" name="Google Shape;106;p42"/>
          <p:cNvSpPr txBox="1"/>
          <p:nvPr>
            <p:ph type="title"/>
          </p:nvPr>
        </p:nvSpPr>
        <p:spPr>
          <a:xfrm>
            <a:off x="571370" y="2140785"/>
            <a:ext cx="11010816" cy="165168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107" name="Google Shape;107;p42"/>
          <p:cNvSpPr txBox="1"/>
          <p:nvPr>
            <p:ph idx="1" type="body"/>
          </p:nvPr>
        </p:nvSpPr>
        <p:spPr>
          <a:xfrm>
            <a:off x="571500" y="3964420"/>
            <a:ext cx="11022013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 &amp; Content Blue" showMasterSp="0">
  <p:cSld name="Title, Sub &amp; Content Blue">
    <p:bg>
      <p:bgPr>
        <a:solidFill>
          <a:schemeClr val="dk2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3"/>
          <p:cNvSpPr/>
          <p:nvPr/>
        </p:nvSpPr>
        <p:spPr>
          <a:xfrm>
            <a:off x="11741697" y="6405280"/>
            <a:ext cx="450068" cy="45006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43"/>
          <p:cNvSpPr/>
          <p:nvPr/>
        </p:nvSpPr>
        <p:spPr>
          <a:xfrm>
            <a:off x="709974" y="2295859"/>
            <a:ext cx="318638" cy="318638"/>
          </a:xfrm>
          <a:prstGeom prst="rect">
            <a:avLst/>
          </a:prstGeom>
          <a:solidFill>
            <a:srgbClr val="00C7FD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8B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43"/>
          <p:cNvSpPr/>
          <p:nvPr/>
        </p:nvSpPr>
        <p:spPr>
          <a:xfrm>
            <a:off x="536812" y="2122317"/>
            <a:ext cx="174318" cy="174318"/>
          </a:xfrm>
          <a:prstGeom prst="rect">
            <a:avLst/>
          </a:prstGeom>
          <a:solidFill>
            <a:srgbClr val="7BDEFF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43"/>
          <p:cNvSpPr/>
          <p:nvPr/>
        </p:nvSpPr>
        <p:spPr>
          <a:xfrm>
            <a:off x="709974" y="2023075"/>
            <a:ext cx="98724" cy="98723"/>
          </a:xfrm>
          <a:prstGeom prst="rect">
            <a:avLst/>
          </a:prstGeom>
          <a:solidFill>
            <a:srgbClr val="B4F0FF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43"/>
          <p:cNvSpPr/>
          <p:nvPr/>
        </p:nvSpPr>
        <p:spPr>
          <a:xfrm>
            <a:off x="5814183" y="402558"/>
            <a:ext cx="5927511" cy="6003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14" name="Google Shape;114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1433" y="6543018"/>
            <a:ext cx="491250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3"/>
          <p:cNvSpPr txBox="1"/>
          <p:nvPr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fld id="{00000000-1234-1234-1234-123412341234}" type="slidenum">
              <a:rPr b="0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43"/>
          <p:cNvSpPr txBox="1"/>
          <p:nvPr>
            <p:ph idx="1" type="body"/>
          </p:nvPr>
        </p:nvSpPr>
        <p:spPr>
          <a:xfrm>
            <a:off x="6394450" y="1974850"/>
            <a:ext cx="4852988" cy="37036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▪"/>
              <a:defRPr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302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117" name="Google Shape;117;p43"/>
          <p:cNvSpPr/>
          <p:nvPr/>
        </p:nvSpPr>
        <p:spPr>
          <a:xfrm>
            <a:off x="5503530" y="6562504"/>
            <a:ext cx="118494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 Confidential</a:t>
            </a:r>
            <a:endParaRPr/>
          </a:p>
        </p:txBody>
      </p:sp>
      <p:sp>
        <p:nvSpPr>
          <p:cNvPr id="118" name="Google Shape;118;p43"/>
          <p:cNvSpPr/>
          <p:nvPr/>
        </p:nvSpPr>
        <p:spPr>
          <a:xfrm>
            <a:off x="483010" y="6562504"/>
            <a:ext cx="176683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or Event Name</a:t>
            </a:r>
            <a:endParaRPr/>
          </a:p>
        </p:txBody>
      </p:sp>
      <p:sp>
        <p:nvSpPr>
          <p:cNvPr id="119" name="Google Shape;119;p43"/>
          <p:cNvSpPr txBox="1"/>
          <p:nvPr>
            <p:ph type="title"/>
          </p:nvPr>
        </p:nvSpPr>
        <p:spPr>
          <a:xfrm>
            <a:off x="1014757" y="2545222"/>
            <a:ext cx="4785571" cy="2497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120" name="Google Shape;120;p43"/>
          <p:cNvSpPr txBox="1"/>
          <p:nvPr>
            <p:ph idx="2" type="body"/>
          </p:nvPr>
        </p:nvSpPr>
        <p:spPr>
          <a:xfrm>
            <a:off x="6394450" y="740229"/>
            <a:ext cx="4865211" cy="107814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 &amp; Content Blue 2" showMasterSp="0">
  <p:cSld name="Title, Sub &amp; Content Blue 2">
    <p:bg>
      <p:bgPr>
        <a:solidFill>
          <a:schemeClr val="dk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4"/>
          <p:cNvSpPr/>
          <p:nvPr/>
        </p:nvSpPr>
        <p:spPr>
          <a:xfrm>
            <a:off x="11741697" y="6405280"/>
            <a:ext cx="450068" cy="45006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44"/>
          <p:cNvSpPr/>
          <p:nvPr/>
        </p:nvSpPr>
        <p:spPr>
          <a:xfrm>
            <a:off x="5814183" y="402558"/>
            <a:ext cx="5927511" cy="6003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44"/>
          <p:cNvSpPr/>
          <p:nvPr/>
        </p:nvSpPr>
        <p:spPr>
          <a:xfrm>
            <a:off x="707513" y="2295859"/>
            <a:ext cx="318638" cy="318638"/>
          </a:xfrm>
          <a:prstGeom prst="rect">
            <a:avLst/>
          </a:prstGeom>
          <a:solidFill>
            <a:srgbClr val="D9692F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8B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44"/>
          <p:cNvSpPr/>
          <p:nvPr/>
        </p:nvSpPr>
        <p:spPr>
          <a:xfrm>
            <a:off x="533946" y="2122317"/>
            <a:ext cx="174318" cy="174318"/>
          </a:xfrm>
          <a:prstGeom prst="rect">
            <a:avLst/>
          </a:prstGeom>
          <a:solidFill>
            <a:srgbClr val="F6CB4B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4"/>
          <p:cNvSpPr/>
          <p:nvPr/>
        </p:nvSpPr>
        <p:spPr>
          <a:xfrm>
            <a:off x="707513" y="2023075"/>
            <a:ext cx="98724" cy="98723"/>
          </a:xfrm>
          <a:prstGeom prst="rect">
            <a:avLst/>
          </a:prstGeom>
          <a:solidFill>
            <a:srgbClr val="D9692F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27" name="Google Shape;127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1433" y="6543018"/>
            <a:ext cx="491250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44"/>
          <p:cNvSpPr txBox="1"/>
          <p:nvPr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fld id="{00000000-1234-1234-1234-123412341234}" type="slidenum">
              <a:rPr b="0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4"/>
          <p:cNvSpPr txBox="1"/>
          <p:nvPr>
            <p:ph idx="1" type="body"/>
          </p:nvPr>
        </p:nvSpPr>
        <p:spPr>
          <a:xfrm>
            <a:off x="6394450" y="1974850"/>
            <a:ext cx="4852988" cy="37036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▪"/>
              <a:defRPr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302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130" name="Google Shape;130;p44"/>
          <p:cNvSpPr/>
          <p:nvPr/>
        </p:nvSpPr>
        <p:spPr>
          <a:xfrm>
            <a:off x="5503530" y="6562504"/>
            <a:ext cx="118494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 Confidential</a:t>
            </a:r>
            <a:endParaRPr/>
          </a:p>
        </p:txBody>
      </p:sp>
      <p:sp>
        <p:nvSpPr>
          <p:cNvPr id="131" name="Google Shape;131;p44"/>
          <p:cNvSpPr/>
          <p:nvPr/>
        </p:nvSpPr>
        <p:spPr>
          <a:xfrm>
            <a:off x="483010" y="6562504"/>
            <a:ext cx="176683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or Event Name</a:t>
            </a:r>
            <a:endParaRPr/>
          </a:p>
        </p:txBody>
      </p:sp>
      <p:sp>
        <p:nvSpPr>
          <p:cNvPr id="132" name="Google Shape;132;p44"/>
          <p:cNvSpPr txBox="1"/>
          <p:nvPr>
            <p:ph type="title"/>
          </p:nvPr>
        </p:nvSpPr>
        <p:spPr>
          <a:xfrm>
            <a:off x="1014757" y="2545222"/>
            <a:ext cx="4785571" cy="2497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133" name="Google Shape;133;p44"/>
          <p:cNvSpPr txBox="1"/>
          <p:nvPr>
            <p:ph idx="2" type="body"/>
          </p:nvPr>
        </p:nvSpPr>
        <p:spPr>
          <a:xfrm>
            <a:off x="6394450" y="740229"/>
            <a:ext cx="4865211" cy="107814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 &amp; Content Light Blue" showMasterSp="0">
  <p:cSld name="Title, Sub &amp; Content Light Blue">
    <p:bg>
      <p:bgPr>
        <a:solidFill>
          <a:schemeClr val="accent2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5"/>
          <p:cNvSpPr/>
          <p:nvPr/>
        </p:nvSpPr>
        <p:spPr>
          <a:xfrm>
            <a:off x="11741697" y="6405280"/>
            <a:ext cx="450068" cy="450068"/>
          </a:xfrm>
          <a:prstGeom prst="rect">
            <a:avLst/>
          </a:prstGeom>
          <a:solidFill>
            <a:srgbClr val="0095B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5"/>
          <p:cNvSpPr/>
          <p:nvPr/>
        </p:nvSpPr>
        <p:spPr>
          <a:xfrm>
            <a:off x="5814183" y="402558"/>
            <a:ext cx="5927511" cy="6003471"/>
          </a:xfrm>
          <a:prstGeom prst="rect">
            <a:avLst/>
          </a:prstGeom>
          <a:solidFill>
            <a:srgbClr val="0095B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37" name="Google Shape;137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1433" y="6543018"/>
            <a:ext cx="491250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45"/>
          <p:cNvSpPr txBox="1"/>
          <p:nvPr/>
        </p:nvSpPr>
        <p:spPr>
          <a:xfrm>
            <a:off x="11942955" y="6538004"/>
            <a:ext cx="51361" cy="189796"/>
          </a:xfrm>
          <a:prstGeom prst="rect">
            <a:avLst/>
          </a:prstGeom>
          <a:noFill/>
          <a:ln>
            <a:noFill/>
          </a:ln>
        </p:spPr>
        <p:txBody>
          <a:bodyPr anchorCtr="0" anchor="b" bIns="25400" lIns="25400" spcFirstLastPara="1" rIns="25400" wrap="square" tIns="254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45"/>
          <p:cNvSpPr txBox="1"/>
          <p:nvPr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fld id="{00000000-1234-1234-1234-123412341234}" type="slidenum">
              <a:rPr b="0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45"/>
          <p:cNvSpPr/>
          <p:nvPr/>
        </p:nvSpPr>
        <p:spPr>
          <a:xfrm>
            <a:off x="707513" y="2295859"/>
            <a:ext cx="318638" cy="318638"/>
          </a:xfrm>
          <a:prstGeom prst="rect">
            <a:avLst/>
          </a:prstGeom>
          <a:solidFill>
            <a:srgbClr val="004A86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8B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5"/>
          <p:cNvSpPr/>
          <p:nvPr/>
        </p:nvSpPr>
        <p:spPr>
          <a:xfrm>
            <a:off x="533946" y="2122317"/>
            <a:ext cx="174318" cy="174318"/>
          </a:xfrm>
          <a:prstGeom prst="rect">
            <a:avLst/>
          </a:prstGeom>
          <a:solidFill>
            <a:srgbClr val="7BDEFF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5"/>
          <p:cNvSpPr/>
          <p:nvPr/>
        </p:nvSpPr>
        <p:spPr>
          <a:xfrm>
            <a:off x="707513" y="2023075"/>
            <a:ext cx="98724" cy="98723"/>
          </a:xfrm>
          <a:prstGeom prst="rect">
            <a:avLst/>
          </a:prstGeom>
          <a:solidFill>
            <a:srgbClr val="B4F0FF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5"/>
          <p:cNvSpPr txBox="1"/>
          <p:nvPr>
            <p:ph idx="1" type="body"/>
          </p:nvPr>
        </p:nvSpPr>
        <p:spPr>
          <a:xfrm>
            <a:off x="6394450" y="1974850"/>
            <a:ext cx="4852988" cy="37036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▪"/>
              <a:defRPr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302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144" name="Google Shape;144;p45"/>
          <p:cNvSpPr/>
          <p:nvPr/>
        </p:nvSpPr>
        <p:spPr>
          <a:xfrm>
            <a:off x="5503530" y="6562504"/>
            <a:ext cx="118494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 Confidential</a:t>
            </a:r>
            <a:endParaRPr/>
          </a:p>
        </p:txBody>
      </p:sp>
      <p:sp>
        <p:nvSpPr>
          <p:cNvPr id="145" name="Google Shape;145;p45"/>
          <p:cNvSpPr/>
          <p:nvPr/>
        </p:nvSpPr>
        <p:spPr>
          <a:xfrm>
            <a:off x="483010" y="6562504"/>
            <a:ext cx="176683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or Event Name</a:t>
            </a:r>
            <a:endParaRPr/>
          </a:p>
        </p:txBody>
      </p:sp>
      <p:sp>
        <p:nvSpPr>
          <p:cNvPr id="146" name="Google Shape;146;p45"/>
          <p:cNvSpPr txBox="1"/>
          <p:nvPr>
            <p:ph type="title"/>
          </p:nvPr>
        </p:nvSpPr>
        <p:spPr>
          <a:xfrm>
            <a:off x="1014757" y="2545222"/>
            <a:ext cx="4785571" cy="2497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147" name="Google Shape;147;p45"/>
          <p:cNvSpPr txBox="1"/>
          <p:nvPr>
            <p:ph idx="2" type="body"/>
          </p:nvPr>
        </p:nvSpPr>
        <p:spPr>
          <a:xfrm>
            <a:off x="6394450" y="740229"/>
            <a:ext cx="4865211" cy="107814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, Content Gray">
  <p:cSld name="Title, Sub, Content Gray">
    <p:bg>
      <p:bgPr>
        <a:solidFill>
          <a:srgbClr val="F2F2F2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6"/>
          <p:cNvSpPr/>
          <p:nvPr/>
        </p:nvSpPr>
        <p:spPr>
          <a:xfrm>
            <a:off x="11741697" y="6405280"/>
            <a:ext cx="450068" cy="45006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46"/>
          <p:cNvSpPr/>
          <p:nvPr/>
        </p:nvSpPr>
        <p:spPr>
          <a:xfrm>
            <a:off x="5814183" y="402558"/>
            <a:ext cx="5927511" cy="600347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46"/>
          <p:cNvSpPr/>
          <p:nvPr/>
        </p:nvSpPr>
        <p:spPr>
          <a:xfrm>
            <a:off x="5815052" y="401865"/>
            <a:ext cx="5927511" cy="60034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6"/>
          <p:cNvSpPr txBox="1"/>
          <p:nvPr>
            <p:ph idx="1" type="body"/>
          </p:nvPr>
        </p:nvSpPr>
        <p:spPr>
          <a:xfrm>
            <a:off x="6394450" y="1974850"/>
            <a:ext cx="4852988" cy="37036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Char char="▪"/>
              <a:defRPr>
                <a:solidFill>
                  <a:schemeClr val="lt2"/>
                </a:solidFill>
              </a:defRPr>
            </a:lvl1pPr>
            <a:lvl2pPr indent="-3810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Char char="•"/>
              <a:defRPr>
                <a:solidFill>
                  <a:schemeClr val="lt2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>
                <a:solidFill>
                  <a:schemeClr val="lt2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>
                <a:solidFill>
                  <a:schemeClr val="lt2"/>
                </a:solidFill>
              </a:defRPr>
            </a:lvl4pPr>
            <a:lvl5pPr indent="-3302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600"/>
              <a:buChar char="•"/>
              <a:defRPr>
                <a:solidFill>
                  <a:schemeClr val="lt2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153" name="Google Shape;153;p46"/>
          <p:cNvSpPr txBox="1"/>
          <p:nvPr>
            <p:ph type="title"/>
          </p:nvPr>
        </p:nvSpPr>
        <p:spPr>
          <a:xfrm>
            <a:off x="554183" y="2545222"/>
            <a:ext cx="4765744" cy="2497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rial"/>
              <a:buNone/>
              <a:defRPr sz="4000">
                <a:solidFill>
                  <a:schemeClr val="lt2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154" name="Google Shape;154;p46"/>
          <p:cNvSpPr txBox="1"/>
          <p:nvPr>
            <p:ph idx="2" type="body"/>
          </p:nvPr>
        </p:nvSpPr>
        <p:spPr>
          <a:xfrm>
            <a:off x="6394450" y="740229"/>
            <a:ext cx="4865211" cy="107814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3200"/>
              <a:buNone/>
              <a:defRPr sz="32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155" name="Google Shape;155;p46"/>
          <p:cNvSpPr txBox="1"/>
          <p:nvPr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Arial"/>
              <a:buNone/>
            </a:pPr>
            <a:fld id="{00000000-1234-1234-1234-123412341234}" type="slidenum">
              <a:rPr b="0" i="0" lang="en-US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 &amp; Content Blue 3" showMasterSp="0">
  <p:cSld name="Title, Sub &amp; Content Blue 3">
    <p:bg>
      <p:bgPr>
        <a:solidFill>
          <a:schemeClr val="accen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47"/>
          <p:cNvSpPr txBox="1"/>
          <p:nvPr>
            <p:ph idx="1" type="body"/>
          </p:nvPr>
        </p:nvSpPr>
        <p:spPr>
          <a:xfrm>
            <a:off x="6394450" y="1974850"/>
            <a:ext cx="4852988" cy="37036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▪"/>
              <a:defRPr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302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158" name="Google Shape;158;p47"/>
          <p:cNvSpPr txBox="1"/>
          <p:nvPr>
            <p:ph type="title"/>
          </p:nvPr>
        </p:nvSpPr>
        <p:spPr>
          <a:xfrm>
            <a:off x="554183" y="2545222"/>
            <a:ext cx="4765744" cy="2497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159" name="Google Shape;159;p47"/>
          <p:cNvSpPr txBox="1"/>
          <p:nvPr>
            <p:ph idx="2" type="body"/>
          </p:nvPr>
        </p:nvSpPr>
        <p:spPr>
          <a:xfrm>
            <a:off x="6394450" y="740229"/>
            <a:ext cx="4865211" cy="107814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160" name="Google Shape;160;p47"/>
          <p:cNvSpPr/>
          <p:nvPr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47"/>
          <p:cNvSpPr/>
          <p:nvPr/>
        </p:nvSpPr>
        <p:spPr>
          <a:xfrm>
            <a:off x="11741697" y="6407185"/>
            <a:ext cx="450068" cy="450068"/>
          </a:xfrm>
          <a:prstGeom prst="rect">
            <a:avLst/>
          </a:prstGeom>
          <a:solidFill>
            <a:schemeClr val="accent1">
              <a:alpha val="49803"/>
            </a:scheme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47"/>
          <p:cNvSpPr txBox="1"/>
          <p:nvPr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>
                <a:schemeClr val="lt1"/>
              </a:buClr>
              <a:buSzPts val="850"/>
              <a:buFont typeface="Arial"/>
              <a:buNone/>
            </a:pPr>
            <a:fld id="{00000000-1234-1234-1234-123412341234}" type="slidenum">
              <a:rPr b="0" i="0" lang="en-US" sz="85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63" name="Google Shape;163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1433" y="6543018"/>
            <a:ext cx="491250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47"/>
          <p:cNvSpPr/>
          <p:nvPr/>
        </p:nvSpPr>
        <p:spPr>
          <a:xfrm>
            <a:off x="5503530" y="6562504"/>
            <a:ext cx="118494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 Confidential</a:t>
            </a:r>
            <a:endParaRPr/>
          </a:p>
        </p:txBody>
      </p:sp>
      <p:sp>
        <p:nvSpPr>
          <p:cNvPr id="165" name="Google Shape;165;p47"/>
          <p:cNvSpPr/>
          <p:nvPr/>
        </p:nvSpPr>
        <p:spPr>
          <a:xfrm>
            <a:off x="483010" y="6562504"/>
            <a:ext cx="176683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or Event Name</a:t>
            </a:r>
            <a:endParaRPr/>
          </a:p>
        </p:txBody>
      </p:sp>
      <p:sp>
        <p:nvSpPr>
          <p:cNvPr id="166" name="Google Shape;166;p47"/>
          <p:cNvSpPr/>
          <p:nvPr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 &amp; Content Light Blue 2" showMasterSp="0">
  <p:cSld name="Title, Sub &amp; Content Light Blue 2">
    <p:bg>
      <p:bgPr>
        <a:solidFill>
          <a:srgbClr val="0095BD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8"/>
          <p:cNvSpPr txBox="1"/>
          <p:nvPr>
            <p:ph idx="1" type="body"/>
          </p:nvPr>
        </p:nvSpPr>
        <p:spPr>
          <a:xfrm>
            <a:off x="6394450" y="1974850"/>
            <a:ext cx="4852988" cy="37036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▪"/>
              <a:defRPr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302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169" name="Google Shape;169;p48"/>
          <p:cNvSpPr txBox="1"/>
          <p:nvPr>
            <p:ph type="title"/>
          </p:nvPr>
        </p:nvSpPr>
        <p:spPr>
          <a:xfrm>
            <a:off x="554183" y="2545222"/>
            <a:ext cx="4765744" cy="2497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170" name="Google Shape;170;p48"/>
          <p:cNvSpPr txBox="1"/>
          <p:nvPr>
            <p:ph idx="2" type="body"/>
          </p:nvPr>
        </p:nvSpPr>
        <p:spPr>
          <a:xfrm>
            <a:off x="6394450" y="740229"/>
            <a:ext cx="4865211" cy="107814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/>
        </p:txBody>
      </p:sp>
      <p:sp>
        <p:nvSpPr>
          <p:cNvPr id="171" name="Google Shape;171;p48"/>
          <p:cNvSpPr/>
          <p:nvPr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2" name="Google Shape;172;p48"/>
          <p:cNvSpPr txBox="1"/>
          <p:nvPr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>
                <a:schemeClr val="lt1"/>
              </a:buClr>
              <a:buSzPts val="850"/>
              <a:buFont typeface="Arial"/>
              <a:buNone/>
            </a:pPr>
            <a:fld id="{00000000-1234-1234-1234-123412341234}" type="slidenum">
              <a:rPr b="0" i="0" lang="en-US" sz="85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73" name="Google Shape;173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1433" y="6543018"/>
            <a:ext cx="491250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48"/>
          <p:cNvSpPr/>
          <p:nvPr/>
        </p:nvSpPr>
        <p:spPr>
          <a:xfrm>
            <a:off x="5503530" y="6562504"/>
            <a:ext cx="118494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 Confidential</a:t>
            </a:r>
            <a:endParaRPr/>
          </a:p>
        </p:txBody>
      </p:sp>
      <p:sp>
        <p:nvSpPr>
          <p:cNvPr id="175" name="Google Shape;175;p48"/>
          <p:cNvSpPr/>
          <p:nvPr/>
        </p:nvSpPr>
        <p:spPr>
          <a:xfrm>
            <a:off x="483010" y="6562504"/>
            <a:ext cx="176683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or Event Name</a:t>
            </a:r>
            <a:endParaRPr/>
          </a:p>
        </p:txBody>
      </p:sp>
      <p:sp>
        <p:nvSpPr>
          <p:cNvPr id="176" name="Google Shape;176;p48"/>
          <p:cNvSpPr/>
          <p:nvPr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Sub White">
  <p:cSld name="Title &amp; Sub White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8" name="Google Shape;178;p49"/>
          <p:cNvGraphicFramePr/>
          <p:nvPr/>
        </p:nvGraphicFramePr>
        <p:xfrm>
          <a:off x="7201593" y="1799047"/>
          <a:ext cx="3472287" cy="4025676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79" name="Google Shape;179;p49"/>
          <p:cNvSpPr txBox="1"/>
          <p:nvPr>
            <p:ph type="title"/>
          </p:nvPr>
        </p:nvSpPr>
        <p:spPr>
          <a:xfrm>
            <a:off x="1444480" y="1917036"/>
            <a:ext cx="9303040" cy="30239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  <p:sp>
        <p:nvSpPr>
          <p:cNvPr id="180" name="Google Shape;180;p49"/>
          <p:cNvSpPr/>
          <p:nvPr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1" name="Google Shape;181;p49"/>
          <p:cNvSpPr/>
          <p:nvPr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Sub Blue" showMasterSp="0">
  <p:cSld name="Title &amp; Sub Blue">
    <p:bg>
      <p:bgPr>
        <a:solidFill>
          <a:schemeClr val="dk2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0"/>
          <p:cNvSpPr/>
          <p:nvPr/>
        </p:nvSpPr>
        <p:spPr>
          <a:xfrm>
            <a:off x="471054" y="464127"/>
            <a:ext cx="11272494" cy="59448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50"/>
          <p:cNvSpPr/>
          <p:nvPr/>
        </p:nvSpPr>
        <p:spPr>
          <a:xfrm>
            <a:off x="11743603" y="6405281"/>
            <a:ext cx="448398" cy="452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85" name="Google Shape;185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1433" y="6543018"/>
            <a:ext cx="491250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50"/>
          <p:cNvSpPr txBox="1"/>
          <p:nvPr/>
        </p:nvSpPr>
        <p:spPr>
          <a:xfrm>
            <a:off x="11942955" y="6538004"/>
            <a:ext cx="51361" cy="189796"/>
          </a:xfrm>
          <a:prstGeom prst="rect">
            <a:avLst/>
          </a:prstGeom>
          <a:noFill/>
          <a:ln>
            <a:noFill/>
          </a:ln>
        </p:spPr>
        <p:txBody>
          <a:bodyPr anchorCtr="0" anchor="b" bIns="25400" lIns="25400" spcFirstLastPara="1" rIns="25400" wrap="square" tIns="254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50"/>
          <p:cNvSpPr txBox="1"/>
          <p:nvPr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fld id="{00000000-1234-1234-1234-123412341234}" type="slidenum">
              <a:rPr b="0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50"/>
          <p:cNvSpPr/>
          <p:nvPr/>
        </p:nvSpPr>
        <p:spPr>
          <a:xfrm>
            <a:off x="5503530" y="6562504"/>
            <a:ext cx="118494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 Confidential</a:t>
            </a:r>
            <a:endParaRPr/>
          </a:p>
        </p:txBody>
      </p:sp>
      <p:sp>
        <p:nvSpPr>
          <p:cNvPr id="189" name="Google Shape;189;p50"/>
          <p:cNvSpPr/>
          <p:nvPr/>
        </p:nvSpPr>
        <p:spPr>
          <a:xfrm>
            <a:off x="483010" y="6562504"/>
            <a:ext cx="176683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or Event Name</a:t>
            </a:r>
            <a:endParaRPr/>
          </a:p>
        </p:txBody>
      </p:sp>
      <p:sp>
        <p:nvSpPr>
          <p:cNvPr id="190" name="Google Shape;190;p50"/>
          <p:cNvSpPr txBox="1"/>
          <p:nvPr>
            <p:ph type="title"/>
          </p:nvPr>
        </p:nvSpPr>
        <p:spPr>
          <a:xfrm>
            <a:off x="1444480" y="1917036"/>
            <a:ext cx="9303040" cy="30239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Sub Light Blue" showMasterSp="0">
  <p:cSld name="Title &amp; Sub Light Blue">
    <p:bg>
      <p:bgPr>
        <a:solidFill>
          <a:srgbClr val="00C7FD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51"/>
          <p:cNvSpPr/>
          <p:nvPr/>
        </p:nvSpPr>
        <p:spPr>
          <a:xfrm>
            <a:off x="471054" y="464127"/>
            <a:ext cx="11272494" cy="5944838"/>
          </a:xfrm>
          <a:prstGeom prst="rect">
            <a:avLst/>
          </a:prstGeom>
          <a:solidFill>
            <a:srgbClr val="0095BD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51"/>
          <p:cNvSpPr/>
          <p:nvPr/>
        </p:nvSpPr>
        <p:spPr>
          <a:xfrm>
            <a:off x="11743603" y="6405281"/>
            <a:ext cx="448398" cy="452720"/>
          </a:xfrm>
          <a:prstGeom prst="rect">
            <a:avLst/>
          </a:prstGeom>
          <a:solidFill>
            <a:srgbClr val="0095B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6FC5"/>
              </a:buClr>
              <a:buSzPts val="1600"/>
              <a:buFont typeface="Helvetica Neue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94" name="Google Shape;194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1433" y="6543018"/>
            <a:ext cx="491250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51"/>
          <p:cNvSpPr txBox="1"/>
          <p:nvPr/>
        </p:nvSpPr>
        <p:spPr>
          <a:xfrm>
            <a:off x="11942955" y="6538004"/>
            <a:ext cx="51361" cy="189796"/>
          </a:xfrm>
          <a:prstGeom prst="rect">
            <a:avLst/>
          </a:prstGeom>
          <a:noFill/>
          <a:ln>
            <a:noFill/>
          </a:ln>
        </p:spPr>
        <p:txBody>
          <a:bodyPr anchorCtr="0" anchor="b" bIns="25400" lIns="25400" spcFirstLastPara="1" rIns="25400" wrap="square" tIns="254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51"/>
          <p:cNvSpPr txBox="1"/>
          <p:nvPr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fld id="{00000000-1234-1234-1234-123412341234}" type="slidenum">
              <a:rPr b="0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1"/>
          <p:cNvSpPr/>
          <p:nvPr/>
        </p:nvSpPr>
        <p:spPr>
          <a:xfrm>
            <a:off x="5503530" y="6562504"/>
            <a:ext cx="118494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 Confidential</a:t>
            </a:r>
            <a:endParaRPr/>
          </a:p>
        </p:txBody>
      </p:sp>
      <p:sp>
        <p:nvSpPr>
          <p:cNvPr id="198" name="Google Shape;198;p51"/>
          <p:cNvSpPr/>
          <p:nvPr/>
        </p:nvSpPr>
        <p:spPr>
          <a:xfrm>
            <a:off x="483010" y="6562504"/>
            <a:ext cx="1766830" cy="2314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or Event Name</a:t>
            </a:r>
            <a:endParaRPr/>
          </a:p>
        </p:txBody>
      </p:sp>
      <p:sp>
        <p:nvSpPr>
          <p:cNvPr id="199" name="Google Shape;199;p51"/>
          <p:cNvSpPr txBox="1"/>
          <p:nvPr>
            <p:ph type="title"/>
          </p:nvPr>
        </p:nvSpPr>
        <p:spPr>
          <a:xfrm>
            <a:off x="1444480" y="1917036"/>
            <a:ext cx="9303040" cy="30239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8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/>
          <p:nvPr>
            <p:ph idx="1" type="body"/>
          </p:nvPr>
        </p:nvSpPr>
        <p:spPr>
          <a:xfrm>
            <a:off x="592915" y="1524000"/>
            <a:ext cx="10972801" cy="47244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300"/>
              <a:buFont typeface="Helvetica Neue"/>
              <a:buNone/>
              <a:defRPr b="0" i="0" sz="1300" u="none" cap="none" strike="noStrike">
                <a:solidFill>
                  <a:srgbClr val="5E5E5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300"/>
              <a:buFont typeface="Helvetica Neue"/>
              <a:buNone/>
              <a:defRPr b="0" i="0" sz="1300" u="none" cap="none" strike="noStrike">
                <a:solidFill>
                  <a:srgbClr val="5E5E5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300"/>
              <a:buFont typeface="Helvetica Neue"/>
              <a:buNone/>
              <a:defRPr b="0" i="0" sz="1300" u="none" cap="none" strike="noStrike">
                <a:solidFill>
                  <a:srgbClr val="5E5E5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300"/>
              <a:buFont typeface="Helvetica Neue"/>
              <a:buNone/>
              <a:defRPr b="0" i="0" sz="1300" u="none" cap="none" strike="noStrike">
                <a:solidFill>
                  <a:srgbClr val="5E5E5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/>
        </p:txBody>
      </p:sp>
      <p:sp>
        <p:nvSpPr>
          <p:cNvPr id="7" name="Google Shape;7;p25"/>
          <p:cNvSpPr txBox="1"/>
          <p:nvPr>
            <p:ph type="title"/>
          </p:nvPr>
        </p:nvSpPr>
        <p:spPr>
          <a:xfrm>
            <a:off x="592916" y="571500"/>
            <a:ext cx="10972801" cy="8836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rial"/>
              <a:buNone/>
              <a:defRPr b="0" i="0" sz="4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3300"/>
              <a:buFont typeface="Helvetica Neue"/>
              <a:buNone/>
              <a:defRPr b="1" i="0" sz="33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3300"/>
              <a:buFont typeface="Helvetica Neue"/>
              <a:buNone/>
              <a:defRPr b="1" i="0" sz="33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3300"/>
              <a:buFont typeface="Helvetica Neue"/>
              <a:buNone/>
              <a:defRPr b="1" i="0" sz="33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3300"/>
              <a:buFont typeface="Helvetica Neue"/>
              <a:buNone/>
              <a:defRPr b="1" i="0" sz="33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3300"/>
              <a:buFont typeface="Helvetica Neue"/>
              <a:buNone/>
              <a:defRPr b="1" i="0" sz="33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3300"/>
              <a:buFont typeface="Helvetica Neue"/>
              <a:buNone/>
              <a:defRPr b="1" i="0" sz="33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3300"/>
              <a:buFont typeface="Helvetica Neue"/>
              <a:buNone/>
              <a:defRPr b="1" i="0" sz="33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3300"/>
              <a:buFont typeface="Helvetica Neue"/>
              <a:buNone/>
              <a:defRPr b="1" i="0" sz="33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/>
        </p:txBody>
      </p:sp>
      <p:sp>
        <p:nvSpPr>
          <p:cNvPr id="8" name="Google Shape;8;p25"/>
          <p:cNvSpPr txBox="1"/>
          <p:nvPr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Arial"/>
              <a:buNone/>
            </a:pPr>
            <a:fld id="{00000000-1234-1234-1234-123412341234}" type="slidenum">
              <a:rPr b="0" i="0" lang="en-US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llvm.org/docs/CommandGuide/opt.html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llvm.org/docs/Passes.html" TargetMode="External"/><Relationship Id="rId4" Type="http://schemas.openxmlformats.org/officeDocument/2006/relationships/hyperlink" Target="https://llvm.org/docs/CommandGuide/opt.html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godbolt.org/" TargetMode="External"/><Relationship Id="rId4" Type="http://schemas.openxmlformats.org/officeDocument/2006/relationships/hyperlink" Target="https://github.com/compiler-explorer/compiler-explorer" TargetMode="External"/><Relationship Id="rId5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3.png"/><Relationship Id="rId5" Type="http://schemas.openxmlformats.org/officeDocument/2006/relationships/hyperlink" Target="https://godbolt.org/z/vYzMohM3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3.png"/><Relationship Id="rId5" Type="http://schemas.openxmlformats.org/officeDocument/2006/relationships/hyperlink" Target="https://godbolt.org/z/T6bWarjjK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godbolt.org/z/hK4ndPbcq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hyperlink" Target="https://dl.acm.org/doi/pdf/10.1145/362929.362947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5.png"/><Relationship Id="rId4" Type="http://schemas.openxmlformats.org/officeDocument/2006/relationships/hyperlink" Target="https://llvm.org/docs/LoopTerminology.html" TargetMode="External"/><Relationship Id="rId5" Type="http://schemas.openxmlformats.org/officeDocument/2006/relationships/image" Target="../media/image2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hyperlink" Target="https://godbolt.org/z/KE4GKsfKT" TargetMode="External"/><Relationship Id="rId5" Type="http://schemas.openxmlformats.org/officeDocument/2006/relationships/image" Target="../media/image3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Relationship Id="rId4" Type="http://schemas.openxmlformats.org/officeDocument/2006/relationships/hyperlink" Target="https://godbolt.org/z/ofGWxx4c4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5.png"/><Relationship Id="rId4" Type="http://schemas.openxmlformats.org/officeDocument/2006/relationships/hyperlink" Target="https://llvm.org/docs/CycleTerminology.html" TargetMode="External"/><Relationship Id="rId5" Type="http://schemas.openxmlformats.org/officeDocument/2006/relationships/image" Target="../media/image30.png"/><Relationship Id="rId6" Type="http://schemas.openxmlformats.org/officeDocument/2006/relationships/image" Target="../media/image11.png"/><Relationship Id="rId7" Type="http://schemas.openxmlformats.org/officeDocument/2006/relationships/image" Target="../media/image4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8.png"/><Relationship Id="rId4" Type="http://schemas.openxmlformats.org/officeDocument/2006/relationships/hyperlink" Target="https://www.intel.com/content/www/us/en/developer/articles/technical/intel-sdm.html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9.png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.png"/><Relationship Id="rId4" Type="http://schemas.openxmlformats.org/officeDocument/2006/relationships/image" Target="../media/image2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1.png"/><Relationship Id="rId4" Type="http://schemas.openxmlformats.org/officeDocument/2006/relationships/image" Target="../media/image1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7.png"/><Relationship Id="rId4" Type="http://schemas.openxmlformats.org/officeDocument/2006/relationships/image" Target="../media/image20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5.png"/><Relationship Id="rId4" Type="http://schemas.openxmlformats.org/officeDocument/2006/relationships/image" Target="../media/image4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6.png"/><Relationship Id="rId4" Type="http://schemas.openxmlformats.org/officeDocument/2006/relationships/image" Target="../media/image36.png"/><Relationship Id="rId5" Type="http://schemas.openxmlformats.org/officeDocument/2006/relationships/hyperlink" Target="https://en.wikipedia.org/wiki/Polytope_model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4.png"/><Relationship Id="rId4" Type="http://schemas.openxmlformats.org/officeDocument/2006/relationships/image" Target="../media/image33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polly.llvm.org/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www.llvm.org/docs/WritingAnLLVMNewPMPass.html" TargetMode="External"/><Relationship Id="rId4" Type="http://schemas.openxmlformats.org/officeDocument/2006/relationships/hyperlink" Target="https://github.com/llvm/llvm-project/tree/main/llvm/examples/IRTransforms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forms.gle/A3XfkLu2PnZbRodT7" TargetMode="External"/><Relationship Id="rId4" Type="http://schemas.openxmlformats.org/officeDocument/2006/relationships/hyperlink" Target="mailto:me@gooddoog.ru" TargetMode="External"/><Relationship Id="rId5" Type="http://schemas.openxmlformats.org/officeDocument/2006/relationships/image" Target="../media/image31.png"/><Relationship Id="rId6" Type="http://schemas.openxmlformats.org/officeDocument/2006/relationships/image" Target="../media/image39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forms.gle/ywfMNSijV2XqDiVF8" TargetMode="External"/><Relationship Id="rId4" Type="http://schemas.openxmlformats.org/officeDocument/2006/relationships/hyperlink" Target="mailto:me@gooddoog.ru" TargetMode="External"/><Relationship Id="rId5" Type="http://schemas.openxmlformats.org/officeDocument/2006/relationships/image" Target="../media/image32.png"/><Relationship Id="rId6" Type="http://schemas.openxmlformats.org/officeDocument/2006/relationships/image" Target="../media/image40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llvm.org/devmtg/2018-10/slides/Kruse-LoopTransforms.pdf" TargetMode="External"/><Relationship Id="rId4" Type="http://schemas.openxmlformats.org/officeDocument/2006/relationships/hyperlink" Target="https://www.youtube.com/watch?v=mXve_W4XU2g" TargetMode="External"/><Relationship Id="rId5" Type="http://schemas.openxmlformats.org/officeDocument/2006/relationships/hyperlink" Target="https://www.youtube.com/watch?v=WwfZkQEuwE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"/>
          <p:cNvSpPr txBox="1"/>
          <p:nvPr>
            <p:ph type="title"/>
          </p:nvPr>
        </p:nvSpPr>
        <p:spPr>
          <a:xfrm>
            <a:off x="1895475" y="3585279"/>
            <a:ext cx="10972801" cy="1091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Font typeface="Arial"/>
              <a:buNone/>
            </a:pPr>
            <a:r>
              <a:rPr lang="en-US"/>
              <a:t>Compilers 101</a:t>
            </a:r>
            <a:endParaRPr/>
          </a:p>
        </p:txBody>
      </p:sp>
      <p:sp>
        <p:nvSpPr>
          <p:cNvPr id="205" name="Google Shape;205;p1"/>
          <p:cNvSpPr txBox="1"/>
          <p:nvPr>
            <p:ph idx="2" type="body"/>
          </p:nvPr>
        </p:nvSpPr>
        <p:spPr>
          <a:xfrm>
            <a:off x="1908348" y="4778609"/>
            <a:ext cx="10283651" cy="326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/>
              <a:t>Optimizations – Part 2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Previously…</a:t>
            </a:r>
            <a:endParaRPr/>
          </a:p>
        </p:txBody>
      </p:sp>
      <p:sp>
        <p:nvSpPr>
          <p:cNvPr id="211" name="Google Shape;211;p2"/>
          <p:cNvSpPr/>
          <p:nvPr/>
        </p:nvSpPr>
        <p:spPr>
          <a:xfrm>
            <a:off x="855405" y="1544658"/>
            <a:ext cx="2861187" cy="471924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Preprocessing</a:t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2" name="Google Shape;212;p2"/>
          <p:cNvSpPr/>
          <p:nvPr/>
        </p:nvSpPr>
        <p:spPr>
          <a:xfrm>
            <a:off x="855404" y="2098214"/>
            <a:ext cx="2861187" cy="471924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Lexical analysis</a:t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3" name="Google Shape;213;p2"/>
          <p:cNvSpPr/>
          <p:nvPr/>
        </p:nvSpPr>
        <p:spPr>
          <a:xfrm>
            <a:off x="855403" y="2651770"/>
            <a:ext cx="2861187" cy="471924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Syntax analysis</a:t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4" name="Google Shape;214;p2"/>
          <p:cNvSpPr/>
          <p:nvPr/>
        </p:nvSpPr>
        <p:spPr>
          <a:xfrm>
            <a:off x="855405" y="3213202"/>
            <a:ext cx="2861187" cy="471924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Semantic analysis</a:t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5" name="Google Shape;215;p2"/>
          <p:cNvSpPr/>
          <p:nvPr/>
        </p:nvSpPr>
        <p:spPr>
          <a:xfrm>
            <a:off x="855402" y="3774634"/>
            <a:ext cx="2861187" cy="471924"/>
          </a:xfrm>
          <a:prstGeom prst="rect">
            <a:avLst/>
          </a:prstGeom>
          <a:solidFill>
            <a:srgbClr val="A5A5A5"/>
          </a:solidFill>
          <a:ln cap="flat" cmpd="sng" w="12700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IR Generation</a:t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6" name="Google Shape;216;p2"/>
          <p:cNvSpPr/>
          <p:nvPr/>
        </p:nvSpPr>
        <p:spPr>
          <a:xfrm>
            <a:off x="855401" y="4336066"/>
            <a:ext cx="2861187" cy="471924"/>
          </a:xfrm>
          <a:prstGeom prst="rect">
            <a:avLst/>
          </a:prstGeom>
          <a:solidFill>
            <a:schemeClr val="accent5"/>
          </a:solidFill>
          <a:ln cap="flat" cmpd="sng" w="25400">
            <a:solidFill>
              <a:srgbClr val="68437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Helvetica Neue"/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IR Optimization</a:t>
            </a:r>
            <a:endParaRPr b="0" i="0" sz="32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7" name="Google Shape;217;p2"/>
          <p:cNvSpPr/>
          <p:nvPr/>
        </p:nvSpPr>
        <p:spPr>
          <a:xfrm>
            <a:off x="855413" y="5458947"/>
            <a:ext cx="2861100" cy="471900"/>
          </a:xfrm>
          <a:prstGeom prst="rect">
            <a:avLst/>
          </a:prstGeom>
          <a:solidFill>
            <a:schemeClr val="accent6"/>
          </a:solidFill>
          <a:ln cap="flat" cmpd="sng" w="25400">
            <a:solidFill>
              <a:srgbClr val="657E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Code generation</a:t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8" name="Google Shape;218;p2"/>
          <p:cNvSpPr/>
          <p:nvPr/>
        </p:nvSpPr>
        <p:spPr>
          <a:xfrm>
            <a:off x="855424" y="4897528"/>
            <a:ext cx="2861100" cy="471900"/>
          </a:xfrm>
          <a:prstGeom prst="rect">
            <a:avLst/>
          </a:prstGeom>
          <a:solidFill>
            <a:schemeClr val="accent6"/>
          </a:solidFill>
          <a:ln cap="flat" cmpd="sng" w="25400">
            <a:solidFill>
              <a:srgbClr val="657E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Optimization</a:t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9" name="Google Shape;219;p2"/>
          <p:cNvSpPr/>
          <p:nvPr/>
        </p:nvSpPr>
        <p:spPr>
          <a:xfrm>
            <a:off x="6707568" y="2474368"/>
            <a:ext cx="1828800" cy="5950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r>
              <a:rPr b="0" i="0" lang="en-US" sz="32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Frontend</a:t>
            </a:r>
            <a:endParaRPr/>
          </a:p>
        </p:txBody>
      </p:sp>
      <p:sp>
        <p:nvSpPr>
          <p:cNvPr id="220" name="Google Shape;220;p2"/>
          <p:cNvSpPr/>
          <p:nvPr/>
        </p:nvSpPr>
        <p:spPr>
          <a:xfrm>
            <a:off x="6478475" y="4241871"/>
            <a:ext cx="2286983" cy="595035"/>
          </a:xfrm>
          <a:prstGeom prst="rect">
            <a:avLst/>
          </a:prstGeom>
          <a:solidFill>
            <a:schemeClr val="accent5"/>
          </a:solidFill>
          <a:ln cap="flat" cmpd="sng" w="25400">
            <a:solidFill>
              <a:srgbClr val="68437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Helvetica Neue"/>
              <a:buNone/>
            </a:pPr>
            <a:r>
              <a:rPr b="0" i="0" lang="en-US" sz="32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Middle-end</a:t>
            </a:r>
            <a:endParaRPr/>
          </a:p>
        </p:txBody>
      </p:sp>
      <p:sp>
        <p:nvSpPr>
          <p:cNvPr id="221" name="Google Shape;221;p2"/>
          <p:cNvSpPr/>
          <p:nvPr/>
        </p:nvSpPr>
        <p:spPr>
          <a:xfrm>
            <a:off x="6478476" y="5064028"/>
            <a:ext cx="2286983" cy="595035"/>
          </a:xfrm>
          <a:prstGeom prst="rect">
            <a:avLst/>
          </a:prstGeom>
          <a:solidFill>
            <a:schemeClr val="accent6"/>
          </a:solidFill>
          <a:ln cap="flat" cmpd="sng" w="25400">
            <a:solidFill>
              <a:srgbClr val="657E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r>
              <a:rPr b="0" i="0" lang="en-US" sz="32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Backend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Previously… (2)</a:t>
            </a:r>
            <a:endParaRPr/>
          </a:p>
        </p:txBody>
      </p:sp>
      <p:sp>
        <p:nvSpPr>
          <p:cNvPr id="227" name="Google Shape;227;p3"/>
          <p:cNvSpPr txBox="1"/>
          <p:nvPr>
            <p:ph idx="1" type="body"/>
          </p:nvPr>
        </p:nvSpPr>
        <p:spPr>
          <a:xfrm>
            <a:off x="571370" y="1673454"/>
            <a:ext cx="11010900" cy="4574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LLVM IR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LLVM IR passes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LLVM IR optimizations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26aa17c3ece_0_0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Today</a:t>
            </a:r>
            <a:endParaRPr/>
          </a:p>
        </p:txBody>
      </p:sp>
      <p:sp>
        <p:nvSpPr>
          <p:cNvPr id="233" name="Google Shape;233;g26aa17c3ece_0_0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opt tool showcase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Loop optimizations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6b5081e801_0_220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Running optimizations</a:t>
            </a:r>
            <a:endParaRPr/>
          </a:p>
        </p:txBody>
      </p:sp>
      <p:sp>
        <p:nvSpPr>
          <p:cNvPr id="239" name="Google Shape;239;g26b5081e801_0_220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Char char="▪"/>
            </a:pPr>
            <a:r>
              <a:rPr lang="en-US"/>
              <a:t>Generate LLVM IR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Char char="▪"/>
            </a:pPr>
            <a:r>
              <a:rPr lang="en-US"/>
              <a:t>Use opt tool</a:t>
            </a:r>
            <a:endParaRPr/>
          </a:p>
          <a:p>
            <a:pPr indent="-203200" lvl="1" marL="4318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Guide: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https://llvm.org/docs/CommandGuide/opt.html</a:t>
            </a:r>
            <a:r>
              <a:rPr lang="en-US"/>
              <a:t>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b5081e801_0_420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opt tool</a:t>
            </a:r>
            <a:endParaRPr/>
          </a:p>
        </p:txBody>
      </p:sp>
      <p:sp>
        <p:nvSpPr>
          <p:cNvPr id="245" name="Google Shape;245;g26b5081e801_0_420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LLVM optimizer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Input: LLVM IR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Output: LLVM IR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Passes list: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https://llvm.org/docs/Passes.html</a:t>
            </a:r>
            <a:r>
              <a:rPr lang="en-US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Options: </a:t>
            </a:r>
            <a:r>
              <a:rPr lang="en-US" u="sng">
                <a:solidFill>
                  <a:schemeClr val="hlink"/>
                </a:solidFill>
                <a:hlinkClick r:id="rId4"/>
              </a:rPr>
              <a:t>https://llvm.org/docs/CommandGuide/opt.html</a:t>
            </a:r>
            <a:r>
              <a:rPr lang="en-US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Command line examples: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Consolas"/>
                <a:ea typeface="Consolas"/>
                <a:cs typeface="Consolas"/>
                <a:sym typeface="Consolas"/>
              </a:rPr>
              <a:t>opt -print-passes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Consolas"/>
                <a:ea typeface="Consolas"/>
                <a:cs typeface="Consolas"/>
                <a:sym typeface="Consolas"/>
              </a:rPr>
              <a:t>opt -O2 input.ll -o optimized.bc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Consolas"/>
                <a:ea typeface="Consolas"/>
                <a:cs typeface="Consolas"/>
                <a:sym typeface="Consolas"/>
              </a:rPr>
              <a:t>opt -passes=’dce’ input.bc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latin typeface="Consolas"/>
                <a:ea typeface="Consolas"/>
                <a:cs typeface="Consolas"/>
                <a:sym typeface="Consolas"/>
              </a:rPr>
              <a:t>opt -dce input.bc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Consolas"/>
                <a:ea typeface="Consolas"/>
                <a:cs typeface="Consolas"/>
                <a:sym typeface="Consolas"/>
              </a:rPr>
              <a:t>opt -load MyPass.so -my-custom-pass input.ll -o output.ll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6b5081e801_0_425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Compiler Explorer</a:t>
            </a:r>
            <a:endParaRPr/>
          </a:p>
        </p:txBody>
      </p:sp>
      <p:sp>
        <p:nvSpPr>
          <p:cNvPr id="251" name="Google Shape;251;g26b5081e801_0_425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600"/>
              <a:t>Is an interactive compiler exploration website. Edit code in C, C++, C#, F#, Rust, Go, D, Haskell, Swift, Pascal, ispc, Python, Java, or any of the other 30+ supported languages components, and see how that code looks after being compiled in real time.</a:t>
            </a:r>
            <a:endParaRPr sz="2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600"/>
              <a:t>Official website: </a:t>
            </a:r>
            <a:r>
              <a:rPr lang="en-US" sz="2600" u="sng">
                <a:solidFill>
                  <a:schemeClr val="hlink"/>
                </a:solidFill>
                <a:hlinkClick r:id="rId3"/>
              </a:rPr>
              <a:t>https://godbolt.org/</a:t>
            </a:r>
            <a:r>
              <a:rPr lang="en-US" sz="2600"/>
              <a:t> </a:t>
            </a:r>
            <a:endParaRPr sz="2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600"/>
              <a:t>GitHub repository: </a:t>
            </a:r>
            <a:r>
              <a:rPr lang="en-US" sz="2600" u="sng">
                <a:solidFill>
                  <a:schemeClr val="hlink"/>
                </a:solidFill>
                <a:hlinkClick r:id="rId4"/>
              </a:rPr>
              <a:t>https://github.com/compiler-explorer/compiler-explorer</a:t>
            </a:r>
            <a:r>
              <a:rPr lang="en-US" sz="2600"/>
              <a:t> </a:t>
            </a:r>
            <a:endParaRPr sz="2600"/>
          </a:p>
        </p:txBody>
      </p:sp>
      <p:pic>
        <p:nvPicPr>
          <p:cNvPr id="252" name="Google Shape;252;g26b5081e801_0_4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515350" y="347300"/>
            <a:ext cx="3219450" cy="95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6b5081e801_0_0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Running LLVM IR optimizations</a:t>
            </a:r>
            <a:endParaRPr/>
          </a:p>
        </p:txBody>
      </p:sp>
      <p:sp>
        <p:nvSpPr>
          <p:cNvPr id="258" name="Google Shape;258;g26b5081e801_0_0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Learn by example (1):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SCCP: </a:t>
            </a:r>
            <a:endParaRPr/>
          </a:p>
        </p:txBody>
      </p:sp>
      <p:pic>
        <p:nvPicPr>
          <p:cNvPr id="259" name="Google Shape;259;g26b5081e801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094652"/>
            <a:ext cx="12192000" cy="13275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0" name="Google Shape;260;g26b5081e801_0_0"/>
          <p:cNvGrpSpPr/>
          <p:nvPr/>
        </p:nvGrpSpPr>
        <p:grpSpPr>
          <a:xfrm>
            <a:off x="67275" y="6313238"/>
            <a:ext cx="5188500" cy="445275"/>
            <a:chOff x="289925" y="5611838"/>
            <a:chExt cx="5188500" cy="445275"/>
          </a:xfrm>
        </p:grpSpPr>
        <p:sp>
          <p:nvSpPr>
            <p:cNvPr id="261" name="Google Shape;261;g26b5081e801_0_0"/>
            <p:cNvSpPr/>
            <p:nvPr/>
          </p:nvSpPr>
          <p:spPr>
            <a:xfrm>
              <a:off x="289925" y="5611850"/>
              <a:ext cx="5188500" cy="445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rgbClr val="000000"/>
                </a:solidFill>
              </a:endParaRPr>
            </a:p>
          </p:txBody>
        </p:sp>
        <p:pic>
          <p:nvPicPr>
            <p:cNvPr id="262" name="Google Shape;262;g26b5081e801_0_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89925" y="5611838"/>
              <a:ext cx="445275" cy="445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3" name="Google Shape;263;g26b5081e801_0_0"/>
            <p:cNvSpPr/>
            <p:nvPr/>
          </p:nvSpPr>
          <p:spPr>
            <a:xfrm>
              <a:off x="777375" y="5611850"/>
              <a:ext cx="4701000" cy="445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u="sng">
                  <a:solidFill>
                    <a:schemeClr val="hlink"/>
                  </a:solidFill>
                  <a:hlinkClick r:id="rId5"/>
                </a:rPr>
                <a:t>https://godbolt.org/z/vYzMohM3e</a:t>
              </a:r>
              <a:r>
                <a:rPr lang="en-US" sz="2400"/>
                <a:t> </a:t>
              </a:r>
              <a:endParaRPr sz="240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6b5081e801_0_443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CFG visualization</a:t>
            </a:r>
            <a:endParaRPr/>
          </a:p>
        </p:txBody>
      </p:sp>
      <p:sp>
        <p:nvSpPr>
          <p:cNvPr id="269" name="Google Shape;269;g26b5081e801_0_443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0" name="Google Shape;270;g26b5081e801_0_4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512" y="1406875"/>
            <a:ext cx="10944973" cy="5451125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g26b5081e801_0_443"/>
          <p:cNvSpPr txBox="1"/>
          <p:nvPr/>
        </p:nvSpPr>
        <p:spPr>
          <a:xfrm>
            <a:off x="6049400" y="409275"/>
            <a:ext cx="57498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opt -dot-cfg cfg_example.ll</a:t>
            </a:r>
            <a:endParaRPr sz="19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dot -Tpng </a:t>
            </a:r>
            <a:r>
              <a:rPr lang="en-US" sz="19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cfg_example.dot</a:t>
            </a:r>
            <a:endParaRPr sz="19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" name="Google Shape;272;g26b5081e801_0_443"/>
          <p:cNvSpPr txBox="1"/>
          <p:nvPr/>
        </p:nvSpPr>
        <p:spPr>
          <a:xfrm>
            <a:off x="0" y="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73" name="Google Shape;273;g26b5081e801_0_443"/>
          <p:cNvGrpSpPr/>
          <p:nvPr/>
        </p:nvGrpSpPr>
        <p:grpSpPr>
          <a:xfrm>
            <a:off x="67275" y="6313238"/>
            <a:ext cx="5188500" cy="445275"/>
            <a:chOff x="289925" y="5611838"/>
            <a:chExt cx="5188500" cy="445275"/>
          </a:xfrm>
        </p:grpSpPr>
        <p:sp>
          <p:nvSpPr>
            <p:cNvPr id="274" name="Google Shape;274;g26b5081e801_0_443"/>
            <p:cNvSpPr/>
            <p:nvPr/>
          </p:nvSpPr>
          <p:spPr>
            <a:xfrm>
              <a:off x="289925" y="5611850"/>
              <a:ext cx="5188500" cy="445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rgbClr val="000000"/>
                </a:solidFill>
              </a:endParaRPr>
            </a:p>
          </p:txBody>
        </p:sp>
        <p:pic>
          <p:nvPicPr>
            <p:cNvPr id="275" name="Google Shape;275;g26b5081e801_0_44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89925" y="5611838"/>
              <a:ext cx="445275" cy="445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6" name="Google Shape;276;g26b5081e801_0_443"/>
            <p:cNvSpPr/>
            <p:nvPr/>
          </p:nvSpPr>
          <p:spPr>
            <a:xfrm>
              <a:off x="777375" y="5611850"/>
              <a:ext cx="4701000" cy="445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u="sng">
                  <a:solidFill>
                    <a:schemeClr val="hlink"/>
                  </a:solidFill>
                  <a:hlinkClick r:id="rId5"/>
                </a:rPr>
                <a:t>https://godbolt.org/z/T6bWarjjK</a:t>
              </a:r>
              <a:r>
                <a:rPr lang="en-US" sz="2400"/>
                <a:t> </a:t>
              </a:r>
              <a:endParaRPr sz="240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6b5081e801_0_435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Running LLVM IR optimizations</a:t>
            </a:r>
            <a:endParaRPr/>
          </a:p>
        </p:txBody>
      </p:sp>
      <p:sp>
        <p:nvSpPr>
          <p:cNvPr id="282" name="Google Shape;282;g26b5081e801_0_435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Learn by example (2):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CFG simplification: </a:t>
            </a:r>
            <a:endParaRPr/>
          </a:p>
        </p:txBody>
      </p:sp>
      <p:pic>
        <p:nvPicPr>
          <p:cNvPr id="283" name="Google Shape;283;g26b5081e801_0_4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9175" y="2991491"/>
            <a:ext cx="12192000" cy="251221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4" name="Google Shape;284;g26b5081e801_0_435"/>
          <p:cNvGrpSpPr/>
          <p:nvPr/>
        </p:nvGrpSpPr>
        <p:grpSpPr>
          <a:xfrm>
            <a:off x="67275" y="6313238"/>
            <a:ext cx="5188500" cy="445275"/>
            <a:chOff x="289925" y="5611838"/>
            <a:chExt cx="5188500" cy="445275"/>
          </a:xfrm>
        </p:grpSpPr>
        <p:sp>
          <p:nvSpPr>
            <p:cNvPr id="285" name="Google Shape;285;g26b5081e801_0_435"/>
            <p:cNvSpPr/>
            <p:nvPr/>
          </p:nvSpPr>
          <p:spPr>
            <a:xfrm>
              <a:off x="289925" y="5611850"/>
              <a:ext cx="5188500" cy="445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rgbClr val="000000"/>
                </a:solidFill>
              </a:endParaRPr>
            </a:p>
          </p:txBody>
        </p:sp>
        <p:pic>
          <p:nvPicPr>
            <p:cNvPr id="286" name="Google Shape;286;g26b5081e801_0_43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89925" y="5611838"/>
              <a:ext cx="445275" cy="445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7" name="Google Shape;287;g26b5081e801_0_435"/>
            <p:cNvSpPr/>
            <p:nvPr/>
          </p:nvSpPr>
          <p:spPr>
            <a:xfrm>
              <a:off x="777375" y="5611850"/>
              <a:ext cx="4701000" cy="445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u="sng">
                  <a:solidFill>
                    <a:schemeClr val="hlink"/>
                  </a:solidFill>
                  <a:hlinkClick r:id="rId5"/>
                </a:rPr>
                <a:t>https://godbolt.org/z/hK4ndPbcq</a:t>
              </a:r>
              <a:r>
                <a:rPr lang="en-US" sz="2400"/>
                <a:t> </a:t>
              </a:r>
              <a:endParaRPr sz="240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Loop optimizations</a:t>
            </a:r>
            <a:endParaRPr/>
          </a:p>
        </p:txBody>
      </p:sp>
      <p:sp>
        <p:nvSpPr>
          <p:cNvPr id="293" name="Google Shape;293;p4"/>
          <p:cNvSpPr txBox="1"/>
          <p:nvPr>
            <p:ph idx="1" type="body"/>
          </p:nvPr>
        </p:nvSpPr>
        <p:spPr>
          <a:xfrm>
            <a:off x="571370" y="1673454"/>
            <a:ext cx="11010900" cy="4574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/>
              <a:t>Why are they important?</a:t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Pareto principle</a:t>
            </a:r>
            <a:endParaRPr/>
          </a:p>
          <a:p>
            <a:pPr indent="-3429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20 percent of effort gives 80 percent of result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Most computationally </a:t>
            </a:r>
            <a:r>
              <a:rPr lang="en-US"/>
              <a:t>intensive</a:t>
            </a:r>
            <a:r>
              <a:rPr lang="en-US"/>
              <a:t> algorithms involve loops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26b5081e801_0_456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rial"/>
              <a:buNone/>
            </a:pPr>
            <a:r>
              <a:rPr lang="en-US">
                <a:solidFill>
                  <a:schemeClr val="lt2"/>
                </a:solidFill>
              </a:rPr>
              <a:t>Structured control flow</a:t>
            </a:r>
            <a:endParaRPr/>
          </a:p>
        </p:txBody>
      </p:sp>
      <p:sp>
        <p:nvSpPr>
          <p:cNvPr id="299" name="Google Shape;299;g26b5081e801_0_456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Structured control flow is a programming paradigm characterized by the clear, hierarchical organization of control paths through a program.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It relies exclusively on structured control constructs such as conditionals (if, else), loops (for, while), and function calls, which lead to well-defined entry and exit points.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The key attribute of structured CF is that it avoids the use of arbitrary jumps or goto statements, making the control flow predictable and easier to follow.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7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Structured control flow</a:t>
            </a:r>
            <a:endParaRPr/>
          </a:p>
        </p:txBody>
      </p:sp>
      <p:pic>
        <p:nvPicPr>
          <p:cNvPr id="305" name="Google Shape;305;p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3553" y="1673225"/>
            <a:ext cx="9926793" cy="457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7"/>
          <p:cNvSpPr txBox="1"/>
          <p:nvPr/>
        </p:nvSpPr>
        <p:spPr>
          <a:xfrm>
            <a:off x="5907200" y="6397625"/>
            <a:ext cx="4147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>
                <a:solidFill>
                  <a:schemeClr val="hlink"/>
                </a:solidFill>
                <a:hlinkClick r:id="rId4"/>
              </a:rPr>
              <a:t>https://dl.acm.org/doi/pdf/10.1145/362929.362947</a:t>
            </a:r>
            <a:r>
              <a:rPr lang="en-US"/>
              <a:t> 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5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lt2"/>
                </a:solidFill>
              </a:rPr>
              <a:t>Loop terminology</a:t>
            </a:r>
            <a:endParaRPr/>
          </a:p>
        </p:txBody>
      </p:sp>
      <p:sp>
        <p:nvSpPr>
          <p:cNvPr id="312" name="Google Shape;312;p5"/>
          <p:cNvSpPr txBox="1"/>
          <p:nvPr>
            <p:ph idx="1" type="body"/>
          </p:nvPr>
        </p:nvSpPr>
        <p:spPr>
          <a:xfrm>
            <a:off x="571370" y="1673454"/>
            <a:ext cx="11010900" cy="4574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b="1" lang="en-US"/>
              <a:t>Trip count</a:t>
            </a:r>
            <a:r>
              <a:rPr lang="en-US"/>
              <a:t> is a minimum number of times a loop executes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b="1" lang="en-US"/>
              <a:t>Induction variable</a:t>
            </a:r>
            <a:r>
              <a:rPr lang="en-US"/>
              <a:t> is a variable that gets increased or decreased on each loop iteration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b="1" lang="en-US"/>
              <a:t>Loop invariant</a:t>
            </a:r>
            <a:r>
              <a:rPr lang="en-US"/>
              <a:t> is the part of a computation inside a loop that remains unchanged (invariant) in each iteration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d08807a7f1_0_21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Loop terminology</a:t>
            </a:r>
            <a:endParaRPr/>
          </a:p>
        </p:txBody>
      </p:sp>
      <p:sp>
        <p:nvSpPr>
          <p:cNvPr id="318" name="Google Shape;318;g3d08807a7f1_0_21"/>
          <p:cNvSpPr txBox="1"/>
          <p:nvPr>
            <p:ph idx="1" type="body"/>
          </p:nvPr>
        </p:nvSpPr>
        <p:spPr>
          <a:xfrm>
            <a:off x="571375" y="1673450"/>
            <a:ext cx="76251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 fontScale="85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An </a:t>
            </a:r>
            <a:r>
              <a:rPr b="1" lang="en-US"/>
              <a:t>entering block</a:t>
            </a:r>
            <a:r>
              <a:rPr lang="en-US"/>
              <a:t> (or loop predecessor) is a non-loop node that has an edge into the loop (necessarily the header). </a:t>
            </a:r>
            <a:r>
              <a:rPr b="1" lang="en-US"/>
              <a:t>If</a:t>
            </a:r>
            <a:r>
              <a:rPr lang="en-US"/>
              <a:t> there is </a:t>
            </a:r>
            <a:r>
              <a:rPr b="1" lang="en-US"/>
              <a:t>only one entering block</a:t>
            </a:r>
            <a:r>
              <a:rPr lang="en-US"/>
              <a:t>, and its only edge is to the header, it is also called the loop’s </a:t>
            </a:r>
            <a:r>
              <a:rPr b="1" lang="en-US"/>
              <a:t>preheader</a:t>
            </a:r>
            <a:r>
              <a:rPr lang="en-US"/>
              <a:t>. The preheader dominates the loop without itself being part of the loop.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A </a:t>
            </a:r>
            <a:r>
              <a:rPr b="1" lang="en-US"/>
              <a:t>latch</a:t>
            </a:r>
            <a:r>
              <a:rPr lang="en-US"/>
              <a:t> is a loop node that has an edge to the header.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A </a:t>
            </a:r>
            <a:r>
              <a:rPr b="1" lang="en-US"/>
              <a:t>backedge</a:t>
            </a:r>
            <a:r>
              <a:rPr lang="en-US"/>
              <a:t> is an edge from a latch to the header.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An </a:t>
            </a:r>
            <a:r>
              <a:rPr b="1" lang="en-US"/>
              <a:t>exiting edge</a:t>
            </a:r>
            <a:r>
              <a:rPr lang="en-US"/>
              <a:t> is an edge from inside the loop to a node outside of the loop. The source of such an edge is called an exiting block, its target is an exit block.</a:t>
            </a:r>
            <a:endParaRPr/>
          </a:p>
        </p:txBody>
      </p:sp>
      <p:pic>
        <p:nvPicPr>
          <p:cNvPr id="319" name="Google Shape;319;g3d08807a7f1_0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56325" y="1895475"/>
            <a:ext cx="3247175" cy="330175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g3d08807a7f1_0_21"/>
          <p:cNvSpPr txBox="1"/>
          <p:nvPr/>
        </p:nvSpPr>
        <p:spPr>
          <a:xfrm>
            <a:off x="8196475" y="5373050"/>
            <a:ext cx="3565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>
                <a:solidFill>
                  <a:schemeClr val="hlink"/>
                </a:solidFill>
                <a:hlinkClick r:id="rId4"/>
              </a:rPr>
              <a:t>https://llvm.org/docs/LoopTerminology.html</a:t>
            </a:r>
            <a:r>
              <a:rPr lang="en-US"/>
              <a:t> </a:t>
            </a:r>
            <a:endParaRPr/>
          </a:p>
        </p:txBody>
      </p:sp>
      <p:pic>
        <p:nvPicPr>
          <p:cNvPr id="321" name="Google Shape;321;g3d08807a7f1_0_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31550" y="5568688"/>
            <a:ext cx="1666875" cy="1247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d08807a7f1_0_61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Loop example</a:t>
            </a:r>
            <a:endParaRPr/>
          </a:p>
        </p:txBody>
      </p:sp>
      <p:grpSp>
        <p:nvGrpSpPr>
          <p:cNvPr id="327" name="Google Shape;327;g3d08807a7f1_0_61"/>
          <p:cNvGrpSpPr/>
          <p:nvPr/>
        </p:nvGrpSpPr>
        <p:grpSpPr>
          <a:xfrm>
            <a:off x="67275" y="6313238"/>
            <a:ext cx="5188500" cy="445275"/>
            <a:chOff x="289925" y="5611838"/>
            <a:chExt cx="5188500" cy="445275"/>
          </a:xfrm>
        </p:grpSpPr>
        <p:sp>
          <p:nvSpPr>
            <p:cNvPr id="328" name="Google Shape;328;g3d08807a7f1_0_61"/>
            <p:cNvSpPr/>
            <p:nvPr/>
          </p:nvSpPr>
          <p:spPr>
            <a:xfrm>
              <a:off x="289925" y="5611850"/>
              <a:ext cx="5188500" cy="445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rgbClr val="000000"/>
                </a:solidFill>
              </a:endParaRPr>
            </a:p>
          </p:txBody>
        </p:sp>
        <p:pic>
          <p:nvPicPr>
            <p:cNvPr id="329" name="Google Shape;329;g3d08807a7f1_0_6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89925" y="5611838"/>
              <a:ext cx="445275" cy="445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0" name="Google Shape;330;g3d08807a7f1_0_61"/>
            <p:cNvSpPr/>
            <p:nvPr/>
          </p:nvSpPr>
          <p:spPr>
            <a:xfrm>
              <a:off x="777375" y="5611850"/>
              <a:ext cx="4701000" cy="445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u="sng">
                  <a:solidFill>
                    <a:schemeClr val="hlink"/>
                  </a:solidFill>
                  <a:hlinkClick r:id="rId4"/>
                </a:rPr>
                <a:t>https://godbolt.org/z/KE4GKsfKT</a:t>
              </a:r>
              <a:r>
                <a:rPr lang="en-US" sz="2400"/>
                <a:t> </a:t>
              </a:r>
              <a:endParaRPr sz="2400"/>
            </a:p>
          </p:txBody>
        </p:sp>
      </p:grpSp>
      <p:sp>
        <p:nvSpPr>
          <p:cNvPr id="331" name="Google Shape;331;g3d08807a7f1_0_61"/>
          <p:cNvSpPr txBox="1"/>
          <p:nvPr/>
        </p:nvSpPr>
        <p:spPr>
          <a:xfrm>
            <a:off x="615450" y="2921000"/>
            <a:ext cx="36243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foo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a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 {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-US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-US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&lt; 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; ++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 {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a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+= </a:t>
            </a:r>
            <a:r>
              <a:rPr lang="en-US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;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}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" name="Google Shape;332;g3d08807a7f1_0_61"/>
          <p:cNvSpPr txBox="1"/>
          <p:nvPr/>
        </p:nvSpPr>
        <p:spPr>
          <a:xfrm>
            <a:off x="5793150" y="23700"/>
            <a:ext cx="5627100" cy="68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define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dso_local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@foo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(int*, int)(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noundef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noundef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 #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entry: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alloca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%N.addr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alloca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alloca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%N.addr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br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label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%for.cond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for.cond: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%0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%1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%N.addr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%cmp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icmp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slt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%0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%1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br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i1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%cmp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label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%for.body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label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%for.end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for.body: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%3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%idxprom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sext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%3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to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i64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%arrayidx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getelementptr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inbounds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i64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%idxprom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%4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%arrayidx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%add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nsw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%4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%add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%arrayidx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br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label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%for.inc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for.inc: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%5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%inc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nsw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%5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%inc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br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label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%for.cond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for.end: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ret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void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2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3" name="Google Shape;333;g3d08807a7f1_0_61"/>
          <p:cNvSpPr/>
          <p:nvPr/>
        </p:nvSpPr>
        <p:spPr>
          <a:xfrm>
            <a:off x="5842000" y="488450"/>
            <a:ext cx="5314500" cy="1504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4" name="Google Shape;334;g3d08807a7f1_0_61"/>
          <p:cNvSpPr/>
          <p:nvPr/>
        </p:nvSpPr>
        <p:spPr>
          <a:xfrm>
            <a:off x="5842000" y="2116000"/>
            <a:ext cx="5314500" cy="952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5" name="Google Shape;335;g3d08807a7f1_0_61"/>
          <p:cNvSpPr/>
          <p:nvPr/>
        </p:nvSpPr>
        <p:spPr>
          <a:xfrm>
            <a:off x="5842000" y="3230600"/>
            <a:ext cx="5314500" cy="16932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6" name="Google Shape;336;g3d08807a7f1_0_61"/>
          <p:cNvSpPr/>
          <p:nvPr/>
        </p:nvSpPr>
        <p:spPr>
          <a:xfrm>
            <a:off x="5842000" y="5037050"/>
            <a:ext cx="5314500" cy="952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7" name="Google Shape;337;g3d08807a7f1_0_61"/>
          <p:cNvSpPr txBox="1"/>
          <p:nvPr/>
        </p:nvSpPr>
        <p:spPr>
          <a:xfrm>
            <a:off x="11156500" y="825050"/>
            <a:ext cx="1035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2"/>
                </a:solidFill>
              </a:rPr>
              <a:t>entering</a:t>
            </a:r>
            <a:endParaRPr>
              <a:solidFill>
                <a:schemeClr val="lt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2"/>
                </a:solidFill>
              </a:rPr>
              <a:t>or</a:t>
            </a:r>
            <a:endParaRPr>
              <a:solidFill>
                <a:schemeClr val="lt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2"/>
                </a:solidFill>
              </a:rPr>
              <a:t>preheader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38" name="Google Shape;338;g3d08807a7f1_0_61"/>
          <p:cNvSpPr txBox="1"/>
          <p:nvPr/>
        </p:nvSpPr>
        <p:spPr>
          <a:xfrm>
            <a:off x="11156500" y="2237200"/>
            <a:ext cx="1035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2"/>
                </a:solidFill>
              </a:rPr>
              <a:t>header</a:t>
            </a:r>
            <a:endParaRPr>
              <a:solidFill>
                <a:schemeClr val="lt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2"/>
                </a:solidFill>
              </a:rPr>
              <a:t>and</a:t>
            </a:r>
            <a:endParaRPr>
              <a:solidFill>
                <a:schemeClr val="lt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2"/>
                </a:solidFill>
              </a:rPr>
              <a:t>exiting</a:t>
            </a:r>
            <a:endParaRPr>
              <a:solidFill>
                <a:schemeClr val="lt2"/>
              </a:solidFill>
            </a:endParaRPr>
          </a:p>
        </p:txBody>
      </p:sp>
      <p:pic>
        <p:nvPicPr>
          <p:cNvPr id="339" name="Google Shape;339;g3d08807a7f1_0_6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" y="4264862"/>
            <a:ext cx="1934118" cy="1966625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g3d08807a7f1_0_61"/>
          <p:cNvSpPr txBox="1"/>
          <p:nvPr/>
        </p:nvSpPr>
        <p:spPr>
          <a:xfrm>
            <a:off x="11156500" y="3877100"/>
            <a:ext cx="103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2"/>
                </a:solidFill>
              </a:rPr>
              <a:t>body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41" name="Google Shape;341;g3d08807a7f1_0_61"/>
          <p:cNvSpPr txBox="1"/>
          <p:nvPr/>
        </p:nvSpPr>
        <p:spPr>
          <a:xfrm>
            <a:off x="11156500" y="5313200"/>
            <a:ext cx="103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2"/>
                </a:solidFill>
              </a:rPr>
              <a:t>latch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42" name="Google Shape;342;g3d08807a7f1_0_61"/>
          <p:cNvSpPr/>
          <p:nvPr/>
        </p:nvSpPr>
        <p:spPr>
          <a:xfrm>
            <a:off x="5842000" y="6102800"/>
            <a:ext cx="5314500" cy="4452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3" name="Google Shape;343;g3d08807a7f1_0_61"/>
          <p:cNvSpPr txBox="1"/>
          <p:nvPr/>
        </p:nvSpPr>
        <p:spPr>
          <a:xfrm>
            <a:off x="11156500" y="6125300"/>
            <a:ext cx="103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2"/>
                </a:solidFill>
              </a:rPr>
              <a:t>exit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44" name="Google Shape;344;g3d08807a7f1_0_61"/>
          <p:cNvSpPr txBox="1"/>
          <p:nvPr/>
        </p:nvSpPr>
        <p:spPr>
          <a:xfrm>
            <a:off x="654550" y="1256150"/>
            <a:ext cx="562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clang++ -emit-llvm -fno-discard-value-names -g0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d08807a7f1_0_41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Loop analysis</a:t>
            </a:r>
            <a:endParaRPr/>
          </a:p>
        </p:txBody>
      </p:sp>
      <p:sp>
        <p:nvSpPr>
          <p:cNvPr id="350" name="Google Shape;350;g3d08807a7f1_0_41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LoopInfo (LI) is the core analysis for obtaining information about loops. There are few key implications of the definitions given above which are important for working successfully with this interface.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g3d08807a7f1_0_41"/>
          <p:cNvSpPr txBox="1"/>
          <p:nvPr/>
        </p:nvSpPr>
        <p:spPr>
          <a:xfrm>
            <a:off x="849925" y="5099525"/>
            <a:ext cx="36438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F00DB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Loop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*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L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LI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-US">
                <a:solidFill>
                  <a:srgbClr val="795E26"/>
                </a:solidFill>
                <a:latin typeface="Consolas"/>
                <a:ea typeface="Consolas"/>
                <a:cs typeface="Consolas"/>
                <a:sym typeface="Consolas"/>
              </a:rPr>
              <a:t>getLoopFor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>
                <a:solidFill>
                  <a:srgbClr val="001080"/>
                </a:solidFill>
                <a:latin typeface="Consolas"/>
                <a:ea typeface="Consolas"/>
                <a:cs typeface="Consolas"/>
                <a:sym typeface="Consolas"/>
              </a:rPr>
              <a:t>BB</a:t>
            </a: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)) {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  // BB is inside loop L</a:t>
            </a:r>
            <a:endParaRPr>
              <a:solidFill>
                <a:srgbClr val="008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2" name="Google Shape;352;g3d08807a7f1_0_41"/>
          <p:cNvSpPr txBox="1"/>
          <p:nvPr/>
        </p:nvSpPr>
        <p:spPr>
          <a:xfrm>
            <a:off x="849925" y="3663475"/>
            <a:ext cx="3741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-US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-US">
                <a:solidFill>
                  <a:srgbClr val="267F9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Loop</a:t>
            </a:r>
            <a:r>
              <a:rPr lang="en-US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-US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L</a:t>
            </a:r>
            <a:r>
              <a:rPr lang="en-US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: </a:t>
            </a:r>
            <a:r>
              <a:rPr lang="en-US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LI</a:t>
            </a:r>
            <a:r>
              <a:rPr lang="en-US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00800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// top-level loops only</a:t>
            </a:r>
            <a:endParaRPr>
              <a:solidFill>
                <a:srgbClr val="008000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g3d08807a7f1_0_41"/>
          <p:cNvSpPr txBox="1"/>
          <p:nvPr/>
        </p:nvSpPr>
        <p:spPr>
          <a:xfrm>
            <a:off x="898775" y="3204300"/>
            <a:ext cx="5627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2"/>
                </a:solidFill>
              </a:rPr>
              <a:t>Iterate through loop forest:</a:t>
            </a:r>
            <a:endParaRPr sz="2800">
              <a:solidFill>
                <a:schemeClr val="lt2"/>
              </a:solidFill>
            </a:endParaRPr>
          </a:p>
        </p:txBody>
      </p:sp>
      <p:sp>
        <p:nvSpPr>
          <p:cNvPr id="354" name="Google Shape;354;g3d08807a7f1_0_41"/>
          <p:cNvSpPr txBox="1"/>
          <p:nvPr/>
        </p:nvSpPr>
        <p:spPr>
          <a:xfrm>
            <a:off x="898775" y="4597400"/>
            <a:ext cx="6477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2"/>
                </a:solidFill>
              </a:rPr>
              <a:t>Get info which loop is the current BB in:</a:t>
            </a:r>
            <a:endParaRPr sz="2800">
              <a:solidFill>
                <a:schemeClr val="lt2"/>
              </a:solidFill>
            </a:endParaRPr>
          </a:p>
        </p:txBody>
      </p:sp>
      <p:sp>
        <p:nvSpPr>
          <p:cNvPr id="355" name="Google Shape;355;g3d08807a7f1_0_41"/>
          <p:cNvSpPr txBox="1"/>
          <p:nvPr/>
        </p:nvSpPr>
        <p:spPr>
          <a:xfrm>
            <a:off x="7805625" y="3297775"/>
            <a:ext cx="3000000" cy="11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Note: </a:t>
            </a:r>
            <a:r>
              <a:rPr lang="en-US" sz="1100">
                <a:solidFill>
                  <a:schemeClr val="dk1"/>
                </a:solidFill>
              </a:rPr>
              <a:t>LoopInfo provides an interface for enumerating all top level loops (e.g. those not contained in any other loop). From there, you may walk the tree of sub-loops rooted in that top level loop.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d08807a7f1_0_46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2"/>
                </a:solidFill>
              </a:rPr>
              <a:t>Loop analysis example</a:t>
            </a:r>
            <a:endParaRPr/>
          </a:p>
        </p:txBody>
      </p:sp>
      <p:sp>
        <p:nvSpPr>
          <p:cNvPr id="361" name="Google Shape;361;g3d08807a7f1_0_46"/>
          <p:cNvSpPr txBox="1"/>
          <p:nvPr/>
        </p:nvSpPr>
        <p:spPr>
          <a:xfrm>
            <a:off x="5793150" y="23700"/>
            <a:ext cx="5627100" cy="68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define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dso_local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@foo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(int*, int)(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noundef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noundef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 #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entry: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alloca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%N.addr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alloca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alloca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%N.addr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br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label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%for.cond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for.cond: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%0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%1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%N.addr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%cmp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icmp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slt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%0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%1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br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i1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%cmp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label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%for.body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label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%for.end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for.body: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%a.addr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%3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%idxprom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sext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%3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to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i64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%arrayidx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getelementptr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inbounds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i64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%idxprom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%4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%arrayidx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%add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nsw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%4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%add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%arrayidx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br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label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%for.inc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for.inc: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%5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%inc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nsw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%5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i32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%inc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%i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align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200">
              <a:solidFill>
                <a:srgbClr val="09865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br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label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%for.cond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for.end:</a:t>
            </a:r>
            <a:endParaRPr sz="12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ret</a:t>
            </a: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void</a:t>
            </a:r>
            <a:endParaRPr sz="1200">
              <a:solidFill>
                <a:srgbClr val="00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2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g3d08807a7f1_0_46"/>
          <p:cNvSpPr txBox="1"/>
          <p:nvPr/>
        </p:nvSpPr>
        <p:spPr>
          <a:xfrm>
            <a:off x="190375" y="1582625"/>
            <a:ext cx="5700600" cy="11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onsolas"/>
                <a:ea typeface="Consolas"/>
                <a:cs typeface="Consolas"/>
                <a:sym typeface="Consolas"/>
              </a:rPr>
              <a:t>Loop info for function 'foo':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onsolas"/>
                <a:ea typeface="Consolas"/>
                <a:cs typeface="Consolas"/>
                <a:sym typeface="Consolas"/>
              </a:rPr>
              <a:t>Loop at depth 1 containing: %for.cond&lt;header&gt;&lt;exiting&gt;,%for.body,%for.inc&lt;latch&gt;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363" name="Google Shape;363;g3d08807a7f1_0_46"/>
          <p:cNvGrpSpPr/>
          <p:nvPr/>
        </p:nvGrpSpPr>
        <p:grpSpPr>
          <a:xfrm>
            <a:off x="67275" y="6313238"/>
            <a:ext cx="5188500" cy="445275"/>
            <a:chOff x="289925" y="5611838"/>
            <a:chExt cx="5188500" cy="445275"/>
          </a:xfrm>
        </p:grpSpPr>
        <p:sp>
          <p:nvSpPr>
            <p:cNvPr id="364" name="Google Shape;364;g3d08807a7f1_0_46"/>
            <p:cNvSpPr/>
            <p:nvPr/>
          </p:nvSpPr>
          <p:spPr>
            <a:xfrm>
              <a:off x="289925" y="5611850"/>
              <a:ext cx="5188500" cy="445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rgbClr val="000000"/>
                </a:solidFill>
              </a:endParaRPr>
            </a:p>
          </p:txBody>
        </p:sp>
        <p:pic>
          <p:nvPicPr>
            <p:cNvPr id="365" name="Google Shape;365;g3d08807a7f1_0_4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89925" y="5611838"/>
              <a:ext cx="445275" cy="445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6" name="Google Shape;366;g3d08807a7f1_0_46"/>
            <p:cNvSpPr/>
            <p:nvPr/>
          </p:nvSpPr>
          <p:spPr>
            <a:xfrm>
              <a:off x="777375" y="5611850"/>
              <a:ext cx="4701000" cy="445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u="sng">
                  <a:solidFill>
                    <a:schemeClr val="hlink"/>
                  </a:solidFill>
                  <a:hlinkClick r:id="rId4"/>
                </a:rPr>
                <a:t>https://godbolt.org/z/ofGWxx4c4</a:t>
              </a:r>
              <a:r>
                <a:rPr lang="en-US" sz="2400"/>
                <a:t> </a:t>
              </a:r>
              <a:endParaRPr sz="2400"/>
            </a:p>
          </p:txBody>
        </p:sp>
      </p:grpSp>
      <p:sp>
        <p:nvSpPr>
          <p:cNvPr id="367" name="Google Shape;367;g3d08807a7f1_0_46"/>
          <p:cNvSpPr txBox="1"/>
          <p:nvPr/>
        </p:nvSpPr>
        <p:spPr>
          <a:xfrm>
            <a:off x="234475" y="118242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onsolas"/>
                <a:ea typeface="Consolas"/>
                <a:cs typeface="Consolas"/>
                <a:sym typeface="Consolas"/>
              </a:rPr>
              <a:t>opt </a:t>
            </a:r>
            <a:r>
              <a:rPr lang="en-US">
                <a:latin typeface="Consolas"/>
                <a:ea typeface="Consolas"/>
                <a:cs typeface="Consolas"/>
                <a:sym typeface="Consolas"/>
              </a:rPr>
              <a:t>-passes='print&lt;loops&gt;'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d08807a7f1_0_116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Cycles are not loops</a:t>
            </a:r>
            <a:endParaRPr/>
          </a:p>
        </p:txBody>
      </p:sp>
      <p:sp>
        <p:nvSpPr>
          <p:cNvPr id="373" name="Google Shape;373;g3d08807a7f1_0_116"/>
          <p:cNvSpPr txBox="1"/>
          <p:nvPr>
            <p:ph idx="1" type="body"/>
          </p:nvPr>
        </p:nvSpPr>
        <p:spPr>
          <a:xfrm>
            <a:off x="571375" y="1673450"/>
            <a:ext cx="7273200" cy="2234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In computer science literature, this is often called a natural loop. In LLVM, a more generalized definition is called a cycle.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Cycle is more generalized term:</a:t>
            </a:r>
            <a:endParaRPr/>
          </a:p>
        </p:txBody>
      </p:sp>
      <p:pic>
        <p:nvPicPr>
          <p:cNvPr id="374" name="Google Shape;374;g3d08807a7f1_0_1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6100" y="1113950"/>
            <a:ext cx="3247175" cy="330175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g3d08807a7f1_0_116"/>
          <p:cNvSpPr txBox="1"/>
          <p:nvPr/>
        </p:nvSpPr>
        <p:spPr>
          <a:xfrm>
            <a:off x="8466086" y="4415700"/>
            <a:ext cx="3247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2"/>
                </a:solidFill>
              </a:rPr>
              <a:t>Loop (natural loop)</a:t>
            </a:r>
            <a:endParaRPr sz="2800">
              <a:solidFill>
                <a:schemeClr val="lt2"/>
              </a:solidFill>
            </a:endParaRPr>
          </a:p>
        </p:txBody>
      </p:sp>
      <p:sp>
        <p:nvSpPr>
          <p:cNvPr id="376" name="Google Shape;376;g3d08807a7f1_0_116"/>
          <p:cNvSpPr txBox="1"/>
          <p:nvPr/>
        </p:nvSpPr>
        <p:spPr>
          <a:xfrm>
            <a:off x="7590700" y="6457800"/>
            <a:ext cx="3634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>
                <a:solidFill>
                  <a:schemeClr val="hlink"/>
                </a:solidFill>
                <a:hlinkClick r:id="rId4"/>
              </a:rPr>
              <a:t>https://llvm.org/docs/CycleTerminology.html</a:t>
            </a:r>
            <a:r>
              <a:rPr lang="en-US"/>
              <a:t> </a:t>
            </a:r>
            <a:endParaRPr/>
          </a:p>
        </p:txBody>
      </p:sp>
      <p:pic>
        <p:nvPicPr>
          <p:cNvPr id="377" name="Google Shape;377;g3d08807a7f1_0_1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4060250"/>
            <a:ext cx="1730532" cy="264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g3d08807a7f1_0_1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16463" y="3552813"/>
            <a:ext cx="1704975" cy="330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g3d08807a7f1_0_1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55000" y="3552813"/>
            <a:ext cx="1704975" cy="330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d08807a7f1_0_30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Loops simplification</a:t>
            </a:r>
            <a:endParaRPr/>
          </a:p>
        </p:txBody>
      </p:sp>
      <p:sp>
        <p:nvSpPr>
          <p:cNvPr id="385" name="Google Shape;385;g3d08807a7f1_0_30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This pass performs several transformations to transform natural loops into a simpler form, which makes subsequent analyses and transformations simpler and more effective.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When it is successful, the loop has: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A preheader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A single backedge (which implies that there is a single latch)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Dedicated exits. That is, no exit block for the loop has a predecessor that is outside the loop. This implies that all exit blocks are dominated by the loop header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Detecting induction variables</a:t>
            </a:r>
            <a:endParaRPr/>
          </a:p>
        </p:txBody>
      </p:sp>
      <p:sp>
        <p:nvSpPr>
          <p:cNvPr id="391" name="Google Shape;391;p6"/>
          <p:cNvSpPr txBox="1"/>
          <p:nvPr>
            <p:ph idx="1" type="body"/>
          </p:nvPr>
        </p:nvSpPr>
        <p:spPr>
          <a:xfrm>
            <a:off x="571370" y="1673454"/>
            <a:ext cx="11010900" cy="4574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Char char="▪"/>
            </a:pPr>
            <a:r>
              <a:rPr lang="en-US"/>
              <a:t>i is a basic induction variable in a loop L if the only definitions of i within L are of the form i := i +/- c where c is loop invariant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Char char="▪"/>
            </a:pPr>
            <a:r>
              <a:rPr lang="en-US"/>
              <a:t>k is a derived induction variable in loop L if</a:t>
            </a:r>
            <a:endParaRPr/>
          </a:p>
          <a:p>
            <a:pPr indent="-203200" lvl="1" marL="4318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Char char="•"/>
            </a:pPr>
            <a:r>
              <a:rPr lang="en-US"/>
              <a:t>There’s only 1 definition of k within L in the form of k := j */+ c where j is an induction variable</a:t>
            </a:r>
            <a:endParaRPr/>
          </a:p>
          <a:p>
            <a:pPr indent="-203200" lvl="1" marL="4318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Char char="•"/>
            </a:pPr>
            <a:r>
              <a:rPr lang="en-US"/>
              <a:t>If j is an induction variable in the family of i then</a:t>
            </a:r>
            <a:endParaRPr/>
          </a:p>
          <a:p>
            <a:pPr indent="-197644" lvl="2" marL="686594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</a:pPr>
            <a:r>
              <a:rPr lang="en-US"/>
              <a:t>The only definition of j that reaches k is the one in the loop</a:t>
            </a:r>
            <a:endParaRPr/>
          </a:p>
          <a:p>
            <a:pPr indent="-197644" lvl="2" marL="686594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</a:pPr>
            <a:r>
              <a:rPr lang="en-US"/>
              <a:t>There’s no definition of i on any path between the definition of j and the definition of k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8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rial"/>
              <a:buNone/>
            </a:pPr>
            <a:r>
              <a:rPr lang="en-US">
                <a:solidFill>
                  <a:schemeClr val="lt2"/>
                </a:solidFill>
              </a:rPr>
              <a:t>Structured control flow</a:t>
            </a:r>
            <a:endParaRPr/>
          </a:p>
        </p:txBody>
      </p:sp>
      <p:sp>
        <p:nvSpPr>
          <p:cNvPr id="397" name="Google Shape;397;p8"/>
          <p:cNvSpPr txBox="1"/>
          <p:nvPr/>
        </p:nvSpPr>
        <p:spPr>
          <a:xfrm>
            <a:off x="571375" y="1647100"/>
            <a:ext cx="7267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2"/>
                </a:solidFill>
              </a:rPr>
              <a:t>Is this program structured?</a:t>
            </a:r>
            <a:endParaRPr sz="2800">
              <a:solidFill>
                <a:schemeClr val="lt2"/>
              </a:solidFill>
            </a:endParaRPr>
          </a:p>
        </p:txBody>
      </p:sp>
      <p:sp>
        <p:nvSpPr>
          <p:cNvPr id="398" name="Google Shape;398;p8"/>
          <p:cNvSpPr txBox="1"/>
          <p:nvPr/>
        </p:nvSpPr>
        <p:spPr>
          <a:xfrm>
            <a:off x="3209525" y="2540000"/>
            <a:ext cx="57345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400">
                <a:solidFill>
                  <a:srgbClr val="795E26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foo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240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char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40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-US" sz="240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a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US" sz="240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40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400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-US" sz="240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-US" sz="240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40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2400">
                <a:solidFill>
                  <a:srgbClr val="098658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-US" sz="240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&lt; </a:t>
            </a:r>
            <a:r>
              <a:rPr lang="en-US" sz="240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-US" sz="240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++) {</a:t>
            </a:r>
            <a:endParaRPr sz="2400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-US" sz="240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-US" sz="240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a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-US" sz="2400">
                <a:solidFill>
                  <a:srgbClr val="001080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] == </a:t>
            </a:r>
            <a:r>
              <a:rPr lang="en-US" sz="2400">
                <a:solidFill>
                  <a:srgbClr val="098658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42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400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         </a:t>
            </a:r>
            <a:r>
              <a:rPr lang="en-US" sz="2400">
                <a:solidFill>
                  <a:srgbClr val="AF00DB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400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  }</a:t>
            </a:r>
            <a:endParaRPr sz="2400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4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9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Loop-invariant code motion</a:t>
            </a:r>
            <a:endParaRPr/>
          </a:p>
        </p:txBody>
      </p:sp>
      <p:pic>
        <p:nvPicPr>
          <p:cNvPr id="404" name="Google Shape;404;p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370" y="2298468"/>
            <a:ext cx="5277587" cy="332468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5" name="Google Shape;405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2288941"/>
            <a:ext cx="5163271" cy="33437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10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Conditions for safe hoisting</a:t>
            </a:r>
            <a:endParaRPr/>
          </a:p>
        </p:txBody>
      </p:sp>
      <p:sp>
        <p:nvSpPr>
          <p:cNvPr id="411" name="Google Shape;411;p10"/>
          <p:cNvSpPr txBox="1"/>
          <p:nvPr>
            <p:ph idx="1" type="body"/>
          </p:nvPr>
        </p:nvSpPr>
        <p:spPr>
          <a:xfrm>
            <a:off x="571370" y="1673454"/>
            <a:ext cx="11010900" cy="4574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hoisting - moving to outer scope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sinking - moving to inner scope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Char char="▪"/>
            </a:pPr>
            <a:r>
              <a:rPr lang="en-US"/>
              <a:t>An invariant assignment d: x := y op z is safe to hoist if</a:t>
            </a:r>
            <a:endParaRPr/>
          </a:p>
          <a:p>
            <a:pPr indent="-203200" lvl="1" marL="4318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Char char="•"/>
            </a:pPr>
            <a:r>
              <a:rPr lang="en-US"/>
              <a:t>d dominates all loop exits at which x is live and</a:t>
            </a:r>
            <a:endParaRPr/>
          </a:p>
          <a:p>
            <a:pPr indent="-203200" lvl="1" marL="4318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Char char="•"/>
            </a:pPr>
            <a:r>
              <a:rPr lang="en-US"/>
              <a:t>there is only one definition of x in the loop, and</a:t>
            </a:r>
            <a:endParaRPr/>
          </a:p>
          <a:p>
            <a:pPr indent="-203200" lvl="1" marL="4318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Char char="•"/>
            </a:pPr>
            <a:r>
              <a:rPr lang="en-US"/>
              <a:t>x is not live at the entry point for the loop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1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Loop unroll</a:t>
            </a:r>
            <a:endParaRPr/>
          </a:p>
        </p:txBody>
      </p:sp>
      <p:pic>
        <p:nvPicPr>
          <p:cNvPr id="417" name="Google Shape;417;p1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681368"/>
            <a:ext cx="5106113" cy="239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06113" y="1657287"/>
            <a:ext cx="6554115" cy="44392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2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When it works and when it fails?</a:t>
            </a:r>
            <a:endParaRPr/>
          </a:p>
        </p:txBody>
      </p:sp>
      <p:pic>
        <p:nvPicPr>
          <p:cNvPr id="424" name="Google Shape;424;p12"/>
          <p:cNvPicPr preferRelativeResize="0"/>
          <p:nvPr/>
        </p:nvPicPr>
        <p:blipFill rotWithShape="1">
          <a:blip r:embed="rId3">
            <a:alphaModFix/>
          </a:blip>
          <a:srcRect b="0" l="0" r="0" t="36701"/>
          <a:stretch/>
        </p:blipFill>
        <p:spPr>
          <a:xfrm>
            <a:off x="2184872" y="1887522"/>
            <a:ext cx="8082483" cy="3499668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12"/>
          <p:cNvSpPr txBox="1"/>
          <p:nvPr/>
        </p:nvSpPr>
        <p:spPr>
          <a:xfrm>
            <a:off x="2870794" y="5429934"/>
            <a:ext cx="7396561" cy="2870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https://www.intel.com/content/www/us/en/developer/articles/technical/intel-sdm.html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3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Loop fusion</a:t>
            </a:r>
            <a:endParaRPr/>
          </a:p>
        </p:txBody>
      </p:sp>
      <p:pic>
        <p:nvPicPr>
          <p:cNvPr id="431" name="Google Shape;431;p13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0363" y="2246073"/>
            <a:ext cx="5401429" cy="34294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2622362"/>
            <a:ext cx="5096586" cy="2676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14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Loop peeling</a:t>
            </a:r>
            <a:endParaRPr/>
          </a:p>
        </p:txBody>
      </p:sp>
      <p:pic>
        <p:nvPicPr>
          <p:cNvPr id="438" name="Google Shape;438;p14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370" y="2219156"/>
            <a:ext cx="5153744" cy="24196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5999" y="2390630"/>
            <a:ext cx="5125165" cy="2076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5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Loop unswitch</a:t>
            </a:r>
            <a:endParaRPr/>
          </a:p>
        </p:txBody>
      </p:sp>
      <p:pic>
        <p:nvPicPr>
          <p:cNvPr id="445" name="Google Shape;445;p15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9725" y="2667700"/>
            <a:ext cx="5561431" cy="2179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6" name="Google Shape;446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52150" y="2071308"/>
            <a:ext cx="6146925" cy="3372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16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Control flow sink</a:t>
            </a:r>
            <a:endParaRPr/>
          </a:p>
        </p:txBody>
      </p:sp>
      <p:pic>
        <p:nvPicPr>
          <p:cNvPr id="452" name="Google Shape;45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50" y="1848867"/>
            <a:ext cx="5760501" cy="316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3" name="Google Shape;453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62050" y="1900362"/>
            <a:ext cx="5572750" cy="3057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Loop reroll</a:t>
            </a:r>
            <a:endParaRPr/>
          </a:p>
        </p:txBody>
      </p:sp>
      <p:pic>
        <p:nvPicPr>
          <p:cNvPr id="459" name="Google Shape;45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5357" y="2681368"/>
            <a:ext cx="5106113" cy="239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60" name="Google Shape;460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242" y="1657288"/>
            <a:ext cx="6554115" cy="44392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8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Loop fission</a:t>
            </a:r>
            <a:endParaRPr/>
          </a:p>
        </p:txBody>
      </p:sp>
      <p:pic>
        <p:nvPicPr>
          <p:cNvPr id="466" name="Google Shape;46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13176" y="2095071"/>
            <a:ext cx="5401429" cy="34294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0941" y="2538472"/>
            <a:ext cx="5096586" cy="2676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19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Loop tiling</a:t>
            </a:r>
            <a:endParaRPr/>
          </a:p>
        </p:txBody>
      </p:sp>
      <p:pic>
        <p:nvPicPr>
          <p:cNvPr id="473" name="Google Shape;473;p1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2668" y="1504282"/>
            <a:ext cx="5868219" cy="1695687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47177" y="3199969"/>
            <a:ext cx="9097645" cy="30865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2c3fbe12272_1_3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Loop rotation</a:t>
            </a:r>
            <a:endParaRPr/>
          </a:p>
        </p:txBody>
      </p:sp>
      <p:pic>
        <p:nvPicPr>
          <p:cNvPr id="480" name="Google Shape;480;g2c3fbe12272_1_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400" y="2979575"/>
            <a:ext cx="5162050" cy="1274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1" name="Google Shape;481;g2c3fbe12272_1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66787" y="1981200"/>
            <a:ext cx="6115500" cy="327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20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Polytope model</a:t>
            </a:r>
            <a:endParaRPr/>
          </a:p>
        </p:txBody>
      </p:sp>
      <p:pic>
        <p:nvPicPr>
          <p:cNvPr id="487" name="Google Shape;487;p20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370" y="2164359"/>
            <a:ext cx="4141394" cy="293675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" name="Google Shape;488;p20"/>
          <p:cNvPicPr preferRelativeResize="0"/>
          <p:nvPr/>
        </p:nvPicPr>
        <p:blipFill rotWithShape="1">
          <a:blip r:embed="rId4">
            <a:alphaModFix/>
          </a:blip>
          <a:srcRect b="0" l="509" r="0" t="0"/>
          <a:stretch/>
        </p:blipFill>
        <p:spPr>
          <a:xfrm>
            <a:off x="5394122" y="2164359"/>
            <a:ext cx="6188064" cy="3135058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20"/>
          <p:cNvSpPr txBox="1"/>
          <p:nvPr/>
        </p:nvSpPr>
        <p:spPr>
          <a:xfrm>
            <a:off x="3231859" y="5860421"/>
            <a:ext cx="6650372" cy="4260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https://en.wikipedia.org/wiki/Polytope_model</a:t>
            </a: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1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Affine transformations</a:t>
            </a:r>
            <a:endParaRPr/>
          </a:p>
        </p:txBody>
      </p:sp>
      <p:pic>
        <p:nvPicPr>
          <p:cNvPr id="495" name="Google Shape;49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288" y="1649137"/>
            <a:ext cx="5813415" cy="41260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96" name="Google Shape;49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9703" y="1649137"/>
            <a:ext cx="6312297" cy="41609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26aa17c3ece_0_8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Polyhedral transformations in LLVM</a:t>
            </a:r>
            <a:endParaRPr/>
          </a:p>
        </p:txBody>
      </p:sp>
      <p:sp>
        <p:nvSpPr>
          <p:cNvPr id="502" name="Google Shape;502;g26aa17c3ece_0_8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Polly is a high-performance loop and data-locality optimizer embedded </a:t>
            </a:r>
            <a:r>
              <a:rPr lang="en-US"/>
              <a:t>framework </a:t>
            </a:r>
            <a:r>
              <a:rPr lang="en-US"/>
              <a:t>within the LLV</a:t>
            </a:r>
            <a:r>
              <a:rPr lang="en-US"/>
              <a:t>M</a:t>
            </a:r>
            <a:r>
              <a:rPr lang="en-US"/>
              <a:t>. It utilizes mathematical models to analyze and optimize memory access patterns, significantly enhancing code efficiency, particularly in loops and matrix multiplications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Docs &amp; info: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https://polly.llvm.org/</a:t>
            </a:r>
            <a:r>
              <a:rPr lang="en-US"/>
              <a:t> 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22"/>
          <p:cNvSpPr txBox="1"/>
          <p:nvPr>
            <p:ph type="title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Next time…</a:t>
            </a:r>
            <a:endParaRPr/>
          </a:p>
        </p:txBody>
      </p:sp>
      <p:sp>
        <p:nvSpPr>
          <p:cNvPr id="508" name="Google Shape;508;p22"/>
          <p:cNvSpPr txBox="1"/>
          <p:nvPr>
            <p:ph idx="1" type="body"/>
          </p:nvPr>
        </p:nvSpPr>
        <p:spPr>
          <a:xfrm>
            <a:off x="571370" y="1673454"/>
            <a:ext cx="11010900" cy="45749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Vectorization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26b5081e801_0_19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Lab assignment #2</a:t>
            </a:r>
            <a:endParaRPr/>
          </a:p>
        </p:txBody>
      </p:sp>
      <p:sp>
        <p:nvSpPr>
          <p:cNvPr id="514" name="Google Shape;514;g26b5081e801_0_19"/>
          <p:cNvSpPr txBox="1"/>
          <p:nvPr>
            <p:ph idx="1" type="body"/>
          </p:nvPr>
        </p:nvSpPr>
        <p:spPr>
          <a:xfrm>
            <a:off x="571375" y="1673450"/>
            <a:ext cx="11010900" cy="50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Write a plugin </a:t>
            </a:r>
            <a:r>
              <a:rPr lang="en-US"/>
              <a:t>with </a:t>
            </a:r>
            <a:r>
              <a:rPr lang="en-US"/>
              <a:t>simple LLVM pass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Task list in Google Docs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Deadline: April, 7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Where to seek help</a:t>
            </a:r>
            <a:endParaRPr/>
          </a:p>
          <a:p>
            <a:pPr indent="-3429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https://www.llvm.org/docs/WritingAnLLVMNewPMPass.html</a:t>
            </a:r>
            <a:r>
              <a:rPr lang="en-US"/>
              <a:t> </a:t>
            </a:r>
            <a:endParaRPr/>
          </a:p>
          <a:p>
            <a:pPr indent="-3429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u="sng">
                <a:solidFill>
                  <a:schemeClr val="hlink"/>
                </a:solidFill>
                <a:hlinkClick r:id="rId4"/>
              </a:rPr>
              <a:t>https://github.com/llvm/llvm-project/tree/main/llvm/examples/IRTransforms</a:t>
            </a:r>
            <a:r>
              <a:rPr lang="en-US"/>
              <a:t> </a:t>
            </a:r>
            <a:endParaRPr/>
          </a:p>
          <a:p>
            <a:pPr indent="-3429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contact teachers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26b5081e801_0_477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Test</a:t>
            </a:r>
            <a:endParaRPr/>
          </a:p>
        </p:txBody>
      </p:sp>
      <p:sp>
        <p:nvSpPr>
          <p:cNvPr id="520" name="Google Shape;520;g26b5081e801_0_477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https://forms.gle/A3XfkLu2PnZbRodT7</a:t>
            </a:r>
            <a:r>
              <a:rPr lang="en-US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Submission time: </a:t>
            </a:r>
            <a:r>
              <a:rPr b="1" lang="en-US"/>
              <a:t>10 minutes</a:t>
            </a:r>
            <a:r>
              <a:rPr lang="en-US"/>
              <a:t> </a:t>
            </a:r>
            <a:endParaRPr/>
          </a:p>
        </p:txBody>
      </p:sp>
      <p:sp>
        <p:nvSpPr>
          <p:cNvPr id="521" name="Google Shape;521;g26b5081e801_0_477"/>
          <p:cNvSpPr txBox="1"/>
          <p:nvPr/>
        </p:nvSpPr>
        <p:spPr>
          <a:xfrm>
            <a:off x="8510750" y="6397900"/>
            <a:ext cx="33561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525252"/>
                </a:solidFill>
              </a:rPr>
              <a:t>Backup: </a:t>
            </a:r>
            <a:r>
              <a:rPr lang="en-US" sz="2000" u="sng">
                <a:solidFill>
                  <a:srgbClr val="0068B5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me@gooddoog.ru</a:t>
            </a:r>
            <a:r>
              <a:rPr lang="en-US" sz="2000">
                <a:solidFill>
                  <a:srgbClr val="525252"/>
                </a:solidFill>
              </a:rPr>
              <a:t> </a:t>
            </a:r>
            <a:endParaRPr sz="2000">
              <a:solidFill>
                <a:srgbClr val="525252"/>
              </a:solidFill>
            </a:endParaRPr>
          </a:p>
        </p:txBody>
      </p:sp>
      <p:pic>
        <p:nvPicPr>
          <p:cNvPr id="522" name="Google Shape;522;g26b5081e801_0_47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34025" y="1905000"/>
            <a:ext cx="2990850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g26b5081e801_0_47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1375" y="2858920"/>
            <a:ext cx="7194750" cy="354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4113910fee_0_0"/>
          <p:cNvSpPr txBox="1"/>
          <p:nvPr>
            <p:ph type="title"/>
          </p:nvPr>
        </p:nvSpPr>
        <p:spPr>
          <a:xfrm>
            <a:off x="571370" y="571500"/>
            <a:ext cx="11010900" cy="95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Test</a:t>
            </a:r>
            <a:endParaRPr/>
          </a:p>
        </p:txBody>
      </p:sp>
      <p:sp>
        <p:nvSpPr>
          <p:cNvPr id="529" name="Google Shape;529;g34113910fee_0_0"/>
          <p:cNvSpPr txBox="1"/>
          <p:nvPr>
            <p:ph idx="1" type="body"/>
          </p:nvPr>
        </p:nvSpPr>
        <p:spPr>
          <a:xfrm>
            <a:off x="571370" y="1673454"/>
            <a:ext cx="11010900" cy="457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https://forms.gle/ywfMNSijV2XqDiVF8</a:t>
            </a:r>
            <a:r>
              <a:rPr lang="en-US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/>
              <a:t>Submission time: </a:t>
            </a:r>
            <a:r>
              <a:rPr b="1" lang="en-US"/>
              <a:t>10 minutes</a:t>
            </a:r>
            <a:r>
              <a:rPr lang="en-US"/>
              <a:t> </a:t>
            </a:r>
            <a:endParaRPr/>
          </a:p>
        </p:txBody>
      </p:sp>
      <p:sp>
        <p:nvSpPr>
          <p:cNvPr id="530" name="Google Shape;530;g34113910fee_0_0"/>
          <p:cNvSpPr txBox="1"/>
          <p:nvPr/>
        </p:nvSpPr>
        <p:spPr>
          <a:xfrm>
            <a:off x="8510750" y="6397900"/>
            <a:ext cx="33561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525252"/>
                </a:solidFill>
              </a:rPr>
              <a:t>Backup: </a:t>
            </a:r>
            <a:r>
              <a:rPr lang="en-US" sz="2000" u="sng">
                <a:solidFill>
                  <a:srgbClr val="0068B5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me@gooddoog.ru</a:t>
            </a:r>
            <a:r>
              <a:rPr lang="en-US" sz="2000">
                <a:solidFill>
                  <a:srgbClr val="525252"/>
                </a:solidFill>
              </a:rPr>
              <a:t> </a:t>
            </a:r>
            <a:endParaRPr sz="2000">
              <a:solidFill>
                <a:srgbClr val="525252"/>
              </a:solidFill>
            </a:endParaRPr>
          </a:p>
        </p:txBody>
      </p:sp>
      <p:pic>
        <p:nvPicPr>
          <p:cNvPr id="531" name="Google Shape;531;g34113910fee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510750" y="1962150"/>
            <a:ext cx="2971800" cy="2933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2" name="Google Shape;532;g34113910fee_0_0" title="Screenshot 2025-03-17 at 11.15.5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6350" y="2771650"/>
            <a:ext cx="7587874" cy="3961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23"/>
          <p:cNvSpPr txBox="1"/>
          <p:nvPr>
            <p:ph type="title"/>
          </p:nvPr>
        </p:nvSpPr>
        <p:spPr>
          <a:xfrm>
            <a:off x="571500" y="571501"/>
            <a:ext cx="11010901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4000"/>
              <a:buFont typeface="Arial"/>
              <a:buNone/>
            </a:pPr>
            <a:r>
              <a:rPr lang="en-US"/>
              <a:t>Extra materials</a:t>
            </a:r>
            <a:endParaRPr/>
          </a:p>
        </p:txBody>
      </p:sp>
      <p:sp>
        <p:nvSpPr>
          <p:cNvPr id="538" name="Google Shape;538;p23"/>
          <p:cNvSpPr txBox="1"/>
          <p:nvPr>
            <p:ph idx="1" type="body"/>
          </p:nvPr>
        </p:nvSpPr>
        <p:spPr>
          <a:xfrm>
            <a:off x="571500" y="1673402"/>
            <a:ext cx="10837852" cy="45848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Char char="▪"/>
            </a:pPr>
            <a:r>
              <a:rPr lang="en-US" sz="1600"/>
              <a:t>Loop Optimizations in LLVM: The Good, The Bad, and The Ugly - </a:t>
            </a:r>
            <a:r>
              <a:rPr lang="en-US" sz="1600" u="sng">
                <a:solidFill>
                  <a:schemeClr val="hlink"/>
                </a:solidFill>
                <a:hlinkClick r:id="rId3"/>
              </a:rPr>
              <a:t>https://llvm.org/devmtg/2018-10/slides/Kruse-LoopTransforms.pdf</a:t>
            </a:r>
            <a:r>
              <a:rPr lang="en-US" sz="1600"/>
              <a:t> </a:t>
            </a:r>
            <a:endParaRPr sz="1600"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Char char="▪"/>
            </a:pPr>
            <a:r>
              <a:rPr lang="en-US" sz="1600"/>
              <a:t>EuroLLVM Developers' Meeting: J. Doerfert &amp; T. Grosser "Analyzing and Optimizing ... Polly“ - </a:t>
            </a:r>
            <a:r>
              <a:rPr lang="en-US" sz="1600" u="sng">
                <a:solidFill>
                  <a:schemeClr val="hlink"/>
                </a:solidFill>
                <a:hlinkClick r:id="rId4"/>
              </a:rPr>
              <a:t>https://www.youtube.com/watch?v=mXve_W4XU2g</a:t>
            </a:r>
            <a:r>
              <a:rPr lang="en-US" sz="1600"/>
              <a:t> 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Char char="▪"/>
            </a:pPr>
            <a:r>
              <a:rPr lang="en-US" sz="1600"/>
              <a:t>LLVM Developers’ Meeting: T. Grosser “Polly - Polyhedral optimizations in LLVM” - </a:t>
            </a:r>
            <a:r>
              <a:rPr lang="en-US" sz="1600" u="sng">
                <a:solidFill>
                  <a:schemeClr val="hlink"/>
                </a:solidFill>
                <a:hlinkClick r:id="rId5"/>
              </a:rPr>
              <a:t>https://www.youtube.com/watch?v=WwfZkQEuwEE</a:t>
            </a:r>
            <a:r>
              <a:rPr lang="en-US" sz="1600"/>
              <a:t> 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Intel2020">
      <a:dk1>
        <a:srgbClr val="000000"/>
      </a:dk1>
      <a:lt1>
        <a:srgbClr val="FFFFFF"/>
      </a:lt1>
      <a:dk2>
        <a:srgbClr val="004A86"/>
      </a:dk2>
      <a:lt2>
        <a:srgbClr val="525252"/>
      </a:lt2>
      <a:accent1>
        <a:srgbClr val="0068B5"/>
      </a:accent1>
      <a:accent2>
        <a:srgbClr val="00C7FD"/>
      </a:accent2>
      <a:accent3>
        <a:srgbClr val="F6CB4B"/>
      </a:accent3>
      <a:accent4>
        <a:srgbClr val="D96930"/>
      </a:accent4>
      <a:accent5>
        <a:srgbClr val="8F5DA2"/>
      </a:accent5>
      <a:accent6>
        <a:srgbClr val="8BAE46"/>
      </a:accent6>
      <a:hlink>
        <a:srgbClr val="0068B5"/>
      </a:hlink>
      <a:folHlink>
        <a:srgbClr val="0068B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2022-02-11T08:56:50Z</dcterms:created>
  <dc:creator>Batashev, Alexander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77294acb-f791-4422-865e-0b7527e37b89</vt:lpwstr>
  </property>
  <property fmtid="{D5CDD505-2E9C-101B-9397-08002B2CF9AE}" pid="3" name="CTP_TimeStamp">
    <vt:lpwstr>2020-08-21 21:49:33Z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  <property fmtid="{D5CDD505-2E9C-101B-9397-08002B2CF9AE}" pid="8" name="ContentTypeId">
    <vt:lpwstr>0x01010079C5967B1E29274CA6A143F9D247F5D2</vt:lpwstr>
  </property>
</Properties>
</file>